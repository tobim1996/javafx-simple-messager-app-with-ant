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5" r:id="rId4"/>
    <p:sldMasterId id="2147483685" r:id="rId5"/>
    <p:sldMasterId id="2147483695" r:id="rId6"/>
  </p:sldMasterIdLst>
  <p:notesMasterIdLst>
    <p:notesMasterId r:id="rId17"/>
  </p:notesMasterIdLst>
  <p:handoutMasterIdLst>
    <p:handoutMasterId r:id="rId18"/>
  </p:handoutMasterIdLst>
  <p:sldIdLst>
    <p:sldId id="256" r:id="rId7"/>
    <p:sldId id="260" r:id="rId8"/>
    <p:sldId id="259" r:id="rId9"/>
    <p:sldId id="270" r:id="rId10"/>
    <p:sldId id="268" r:id="rId11"/>
    <p:sldId id="271" r:id="rId12"/>
    <p:sldId id="272" r:id="rId13"/>
    <p:sldId id="269" r:id="rId14"/>
    <p:sldId id="267" r:id="rId15"/>
    <p:sldId id="266" r:id="rId16"/>
  </p:sldIdLst>
  <p:sldSz cx="12192000" cy="6858000"/>
  <p:notesSz cx="6858000" cy="9144000"/>
  <p:defaultTextStyle>
    <a:defPPr>
      <a:defRPr lang="de-DE"/>
    </a:defPPr>
    <a:lvl1pPr algn="l" rtl="0" eaLnBrk="0" fontAlgn="base" hangingPunct="0">
      <a:spcBef>
        <a:spcPct val="0"/>
      </a:spcBef>
      <a:spcAft>
        <a:spcPct val="0"/>
      </a:spcAft>
      <a:defRPr sz="2400" kern="1200">
        <a:solidFill>
          <a:schemeClr val="tx1"/>
        </a:solidFill>
        <a:latin typeface="Tahoma" charset="0"/>
        <a:ea typeface="ＭＳ Ｐゴシック" charset="-128"/>
        <a:cs typeface="+mn-cs"/>
      </a:defRPr>
    </a:lvl1pPr>
    <a:lvl2pPr marL="457200" algn="l" rtl="0" eaLnBrk="0" fontAlgn="base" hangingPunct="0">
      <a:spcBef>
        <a:spcPct val="0"/>
      </a:spcBef>
      <a:spcAft>
        <a:spcPct val="0"/>
      </a:spcAft>
      <a:defRPr sz="2400" kern="1200">
        <a:solidFill>
          <a:schemeClr val="tx1"/>
        </a:solidFill>
        <a:latin typeface="Tahoma" charset="0"/>
        <a:ea typeface="ＭＳ Ｐゴシック" charset="-128"/>
        <a:cs typeface="+mn-cs"/>
      </a:defRPr>
    </a:lvl2pPr>
    <a:lvl3pPr marL="914400" algn="l" rtl="0" eaLnBrk="0" fontAlgn="base" hangingPunct="0">
      <a:spcBef>
        <a:spcPct val="0"/>
      </a:spcBef>
      <a:spcAft>
        <a:spcPct val="0"/>
      </a:spcAft>
      <a:defRPr sz="2400" kern="1200">
        <a:solidFill>
          <a:schemeClr val="tx1"/>
        </a:solidFill>
        <a:latin typeface="Tahoma" charset="0"/>
        <a:ea typeface="ＭＳ Ｐゴシック" charset="-128"/>
        <a:cs typeface="+mn-cs"/>
      </a:defRPr>
    </a:lvl3pPr>
    <a:lvl4pPr marL="1371600" algn="l" rtl="0" eaLnBrk="0" fontAlgn="base" hangingPunct="0">
      <a:spcBef>
        <a:spcPct val="0"/>
      </a:spcBef>
      <a:spcAft>
        <a:spcPct val="0"/>
      </a:spcAft>
      <a:defRPr sz="2400" kern="1200">
        <a:solidFill>
          <a:schemeClr val="tx1"/>
        </a:solidFill>
        <a:latin typeface="Tahoma" charset="0"/>
        <a:ea typeface="ＭＳ Ｐゴシック" charset="-128"/>
        <a:cs typeface="+mn-cs"/>
      </a:defRPr>
    </a:lvl4pPr>
    <a:lvl5pPr marL="1828800" algn="l" rtl="0" eaLnBrk="0" fontAlgn="base" hangingPunct="0">
      <a:spcBef>
        <a:spcPct val="0"/>
      </a:spcBef>
      <a:spcAft>
        <a:spcPct val="0"/>
      </a:spcAft>
      <a:defRPr sz="2400" kern="1200">
        <a:solidFill>
          <a:schemeClr val="tx1"/>
        </a:solidFill>
        <a:latin typeface="Tahoma" charset="0"/>
        <a:ea typeface="ＭＳ Ｐゴシック" charset="-128"/>
        <a:cs typeface="+mn-cs"/>
      </a:defRPr>
    </a:lvl5pPr>
    <a:lvl6pPr marL="2286000" algn="l" defTabSz="914400" rtl="0" eaLnBrk="1" latinLnBrk="0" hangingPunct="1">
      <a:defRPr sz="2400" kern="1200">
        <a:solidFill>
          <a:schemeClr val="tx1"/>
        </a:solidFill>
        <a:latin typeface="Tahoma" charset="0"/>
        <a:ea typeface="ＭＳ Ｐゴシック" charset="-128"/>
        <a:cs typeface="+mn-cs"/>
      </a:defRPr>
    </a:lvl6pPr>
    <a:lvl7pPr marL="2743200" algn="l" defTabSz="914400" rtl="0" eaLnBrk="1" latinLnBrk="0" hangingPunct="1">
      <a:defRPr sz="2400" kern="1200">
        <a:solidFill>
          <a:schemeClr val="tx1"/>
        </a:solidFill>
        <a:latin typeface="Tahoma" charset="0"/>
        <a:ea typeface="ＭＳ Ｐゴシック" charset="-128"/>
        <a:cs typeface="+mn-cs"/>
      </a:defRPr>
    </a:lvl7pPr>
    <a:lvl8pPr marL="3200400" algn="l" defTabSz="914400" rtl="0" eaLnBrk="1" latinLnBrk="0" hangingPunct="1">
      <a:defRPr sz="2400" kern="1200">
        <a:solidFill>
          <a:schemeClr val="tx1"/>
        </a:solidFill>
        <a:latin typeface="Tahoma" charset="0"/>
        <a:ea typeface="ＭＳ Ｐゴシック" charset="-128"/>
        <a:cs typeface="+mn-cs"/>
      </a:defRPr>
    </a:lvl8pPr>
    <a:lvl9pPr marL="3657600" algn="l" defTabSz="914400" rtl="0" eaLnBrk="1" latinLnBrk="0" hangingPunct="1">
      <a:defRPr sz="2400" kern="1200">
        <a:solidFill>
          <a:schemeClr val="tx1"/>
        </a:solidFill>
        <a:latin typeface="Tahoma"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300">
          <p15:clr>
            <a:srgbClr val="A4A3A4"/>
          </p15:clr>
        </p15:guide>
        <p15:guide id="3" pos="31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A2F"/>
    <a:srgbClr val="CE11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78"/>
      </p:cViewPr>
      <p:guideLst>
        <p:guide orient="horz" pos="2160"/>
        <p:guide pos="300"/>
        <p:guide pos="31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slide" Target="slides/slide9.xml"/><Relationship Id="rId10" Type="http://schemas.openxmlformats.org/officeDocument/2006/relationships/slide" Target="slides/slide4.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berschrift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BEA2D22-2F36-9F4D-86BB-8F342B3194E7}" type="datetimeFigureOut">
              <a:rPr lang="de-DE" smtClean="0"/>
              <a:t>25.06.2023</a:t>
            </a:fld>
            <a:endParaRPr lang="de-DE"/>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70DC720-3BF3-7848-B0DC-1390A3CE38C4}" type="slidenum">
              <a:rPr lang="de-DE" smtClean="0"/>
              <a:t>‹#›</a:t>
            </a:fld>
            <a:endParaRPr lang="de-DE"/>
          </a:p>
        </p:txBody>
      </p:sp>
    </p:spTree>
    <p:extLst>
      <p:ext uri="{BB962C8B-B14F-4D97-AF65-F5344CB8AC3E}">
        <p14:creationId xmlns:p14="http://schemas.microsoft.com/office/powerpoint/2010/main" val="2497485681"/>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5T12:44:3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2,'49'0,"-12"-1,0 1,0 2,69 13,-63-8,-1-2,1-2,0-1,55-6,4 1,330 3,-413 1,-1 2,1 0,-1 0,36 13,-36-10,1 0,0-1,1-2,29 3,-32-4,0 0,-1 2,1-1,-1 2,0 0,21 10,2 0,-39-14,1-1,0 0,-1 1,1-1,-1 0,1 0,0 1,-1-1,1 0,-1 0,1 0,0 0,-1 0,1 0,0 0,-1 0,1 0,0 0,-1 0,1 0,-1 0,1-1,0 1,-1 0,1 0,-1-1,1 1,-1 0,1-1,-1 1,1-1,-1 1,1-1,-1 1,1-1,-1 1,0-1,1 1,-1-2,3-5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5T12:44:32.90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0,'53'20,"-17"-15,-1-2,1-2,44-3,-33 0,47 4,-25 10,-50-8,0 0,27 1,18-5,-34 0,1 0,0 2,52 11,-8 8,-50-12,2-1,-1-2,1 0,38 2,-49-9,-1-1,1 0,16-5,40-4,-31 10,-11 0,0 0,57-11,-42 5,-1 2,1 2,90 5,-33 1,-1-3,-79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5T12:44:34.55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0,'23'1,"1"1,-1 1,0 1,0 1,0 1,-1 0,0 2,0 1,0 1,-2 1,1 0,37 29,-44-30,2 0,-1-2,1 0,0-1,1 0,0-1,18 3,-2-1,1-3,58 4,452-7,-270-4,-255 1,1-1,32-8,34-3,-33 9,0-3,69-18,46-26,-127 37,-27 8,1 1,1 1,-1 0,0 1,31-2,-10 4,184 4,-136 9,-53-6,57 2,-37-10,62-10,-62 5,64 0,647 8,-742-2,0-1,31-7,10-1,-40 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5T12:44:35.50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26,'992'0,"-962"-1,55-11,-54 7,52-3,882 9,-949 0,0 1,0 0,18 6,37 4,30 1,-67-7,59 2,-67-9,1-1,35-9,-35 6,1 1,29-1,-21 6,-22 0,-1-1,1 0,-1-1,20-3,-17-2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5T12:44:47.849"/>
    </inkml:context>
    <inkml:brush xml:id="br0">
      <inkml:brushProperty name="width" value="0.05" units="cm"/>
      <inkml:brushProperty name="height" value="0.05" units="cm"/>
      <inkml:brushProperty name="color" value="#E71224"/>
    </inkml:brush>
  </inkml:definitions>
  <inkml:trace contextRef="#ctx0" brushRef="#br0">0 40 24575,'53'-2'0,"60"-11"0,-14 1 0,-51 6 0,-34 3 0,0 1 0,0 1 0,1 0 0,-1 1 0,0 1 0,25 3 0,-21 0-341,-1-2 0,1 0-1,22-1 1,-29-1-6485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5T12:44:49.447"/>
    </inkml:context>
    <inkml:brush xml:id="br0">
      <inkml:brushProperty name="width" value="0.05" units="cm"/>
      <inkml:brushProperty name="height" value="0.05" units="cm"/>
      <inkml:brushProperty name="color" value="#E71224"/>
    </inkml:brush>
  </inkml:definitions>
  <inkml:trace contextRef="#ctx0" brushRef="#br0">1 65 24575,'24'-1'0,"1"-2"0,-1 0 0,34-10 0,-35 7 0,1 1 0,0 1 0,38-1 0,-50 4 0,-1 0 0,1-1 0,-1 0 0,12-4 0,41-6 0,42 13 0,-102 0-1365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5T12:44:58.352"/>
    </inkml:context>
    <inkml:brush xml:id="br0">
      <inkml:brushProperty name="width" value="0.05" units="cm"/>
      <inkml:brushProperty name="height" value="0.05" units="cm"/>
      <inkml:brushProperty name="color" value="#E71224"/>
    </inkml:brush>
  </inkml:definitions>
  <inkml:trace contextRef="#ctx0" brushRef="#br0">1 1 24575,'459'0'0,"-440"1"0,-1 1 0,36 8 0,-34-5 0,0-2 0,26 2 0,208-5-1365,-232 0-5461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vl1pPr>
          </a:lstStyle>
          <a:p>
            <a:endParaRPr lang="de-DE"/>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vl1pPr>
          </a:lstStyle>
          <a:p>
            <a:endParaRPr lang="de-DE"/>
          </a:p>
        </p:txBody>
      </p:sp>
      <p:sp>
        <p:nvSpPr>
          <p:cNvPr id="614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vl1pPr>
          </a:lstStyle>
          <a:p>
            <a:endParaRPr lang="de-DE"/>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C430BCA1-5DB7-4041-B5F2-F369926CDB67}" type="slidenum">
              <a:rPr lang="de-DE"/>
              <a:pPr/>
              <a:t>‹#›</a:t>
            </a:fld>
            <a:endParaRPr lang="de-DE"/>
          </a:p>
        </p:txBody>
      </p:sp>
    </p:spTree>
    <p:extLst>
      <p:ext uri="{BB962C8B-B14F-4D97-AF65-F5344CB8AC3E}">
        <p14:creationId xmlns:p14="http://schemas.microsoft.com/office/powerpoint/2010/main" val="558101531"/>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Arial" charset="0"/>
        <a:ea typeface="ＭＳ Ｐゴシック" charset="-128"/>
        <a:cs typeface="+mn-cs"/>
      </a:defRPr>
    </a:lvl1pPr>
    <a:lvl2pPr marL="457200" algn="l" rtl="0" fontAlgn="base">
      <a:spcBef>
        <a:spcPct val="30000"/>
      </a:spcBef>
      <a:spcAft>
        <a:spcPct val="0"/>
      </a:spcAft>
      <a:defRPr sz="1200" kern="1200">
        <a:solidFill>
          <a:schemeClr val="tx1"/>
        </a:solidFill>
        <a:latin typeface="Arial" charset="0"/>
        <a:ea typeface="ＭＳ Ｐゴシック" charset="-128"/>
        <a:cs typeface="+mn-cs"/>
      </a:defRPr>
    </a:lvl2pPr>
    <a:lvl3pPr marL="914400" algn="l" rtl="0" fontAlgn="base">
      <a:spcBef>
        <a:spcPct val="30000"/>
      </a:spcBef>
      <a:spcAft>
        <a:spcPct val="0"/>
      </a:spcAft>
      <a:defRPr sz="1200" kern="1200">
        <a:solidFill>
          <a:schemeClr val="tx1"/>
        </a:solidFill>
        <a:latin typeface="Arial" charset="0"/>
        <a:ea typeface="ＭＳ Ｐゴシック" charset="-128"/>
        <a:cs typeface="+mn-cs"/>
      </a:defRPr>
    </a:lvl3pPr>
    <a:lvl4pPr marL="1371600" algn="l" rtl="0" fontAlgn="base">
      <a:spcBef>
        <a:spcPct val="30000"/>
      </a:spcBef>
      <a:spcAft>
        <a:spcPct val="0"/>
      </a:spcAft>
      <a:defRPr sz="1200" kern="1200">
        <a:solidFill>
          <a:schemeClr val="tx1"/>
        </a:solidFill>
        <a:latin typeface="Arial" charset="0"/>
        <a:ea typeface="ＭＳ Ｐゴシック" charset="-128"/>
        <a:cs typeface="+mn-cs"/>
      </a:defRPr>
    </a:lvl4pPr>
    <a:lvl5pPr marL="1828800" algn="l" rtl="0" fontAlgn="base">
      <a:spcBef>
        <a:spcPct val="30000"/>
      </a:spcBef>
      <a:spcAft>
        <a:spcPct val="0"/>
      </a:spcAft>
      <a:defRPr sz="1200" kern="1200">
        <a:solidFill>
          <a:schemeClr val="tx1"/>
        </a:solidFill>
        <a:latin typeface="Arial"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C430BCA1-5DB7-4041-B5F2-F369926CDB67}" type="slidenum">
              <a:rPr lang="de-DE" smtClean="0"/>
              <a:pPr/>
              <a:t>2</a:t>
            </a:fld>
            <a:endParaRPr lang="de-DE"/>
          </a:p>
        </p:txBody>
      </p:sp>
    </p:spTree>
    <p:extLst>
      <p:ext uri="{BB962C8B-B14F-4D97-AF65-F5344CB8AC3E}">
        <p14:creationId xmlns:p14="http://schemas.microsoft.com/office/powerpoint/2010/main" val="1825274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C430BCA1-5DB7-4041-B5F2-F369926CDB67}" type="slidenum">
              <a:rPr lang="de-DE" smtClean="0"/>
              <a:pPr/>
              <a:t>6</a:t>
            </a:fld>
            <a:endParaRPr lang="de-DE"/>
          </a:p>
        </p:txBody>
      </p:sp>
    </p:spTree>
    <p:extLst>
      <p:ext uri="{BB962C8B-B14F-4D97-AF65-F5344CB8AC3E}">
        <p14:creationId xmlns:p14="http://schemas.microsoft.com/office/powerpoint/2010/main" val="839742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C430BCA1-5DB7-4041-B5F2-F369926CDB67}" type="slidenum">
              <a:rPr lang="de-DE" smtClean="0"/>
              <a:pPr/>
              <a:t>9</a:t>
            </a:fld>
            <a:endParaRPr lang="de-DE"/>
          </a:p>
        </p:txBody>
      </p:sp>
    </p:spTree>
    <p:extLst>
      <p:ext uri="{BB962C8B-B14F-4D97-AF65-F5344CB8AC3E}">
        <p14:creationId xmlns:p14="http://schemas.microsoft.com/office/powerpoint/2010/main" val="9118078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C430BCA1-5DB7-4041-B5F2-F369926CDB67}" type="slidenum">
              <a:rPr lang="de-DE" smtClean="0"/>
              <a:pPr/>
              <a:t>10</a:t>
            </a:fld>
            <a:endParaRPr lang="de-DE"/>
          </a:p>
        </p:txBody>
      </p:sp>
    </p:spTree>
    <p:extLst>
      <p:ext uri="{BB962C8B-B14F-4D97-AF65-F5344CB8AC3E}">
        <p14:creationId xmlns:p14="http://schemas.microsoft.com/office/powerpoint/2010/main" val="13315322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ayout FB Informatik - Titelfolie">
    <p:spTree>
      <p:nvGrpSpPr>
        <p:cNvPr id="1" name=""/>
        <p:cNvGrpSpPr/>
        <p:nvPr/>
      </p:nvGrpSpPr>
      <p:grpSpPr>
        <a:xfrm>
          <a:off x="0" y="0"/>
          <a:ext cx="0" cy="0"/>
          <a:chOff x="0" y="0"/>
          <a:chExt cx="0" cy="0"/>
        </a:xfrm>
      </p:grpSpPr>
      <p:sp>
        <p:nvSpPr>
          <p:cNvPr id="3079" name="Rectangle 9"/>
          <p:cNvSpPr>
            <a:spLocks noChangeArrowheads="1"/>
          </p:cNvSpPr>
          <p:nvPr userDrawn="1"/>
        </p:nvSpPr>
        <p:spPr bwMode="auto">
          <a:xfrm>
            <a:off x="507600" y="1600200"/>
            <a:ext cx="11696292" cy="4792663"/>
          </a:xfrm>
          <a:prstGeom prst="rect">
            <a:avLst/>
          </a:prstGeom>
          <a:solidFill>
            <a:schemeClr val="accent1"/>
          </a:solidFill>
          <a:ln w="9525">
            <a:noFill/>
            <a:miter lim="800000"/>
            <a:headEnd/>
            <a:tailEnd/>
          </a:ln>
        </p:spPr>
        <p:txBody>
          <a:bodyPr wrap="none" anchor="ctr"/>
          <a:lstStyle/>
          <a:p>
            <a:pPr algn="ctr"/>
            <a:r>
              <a:rPr lang="de-DE" sz="2400">
                <a:solidFill>
                  <a:srgbClr val="CC0A2F"/>
                </a:solidFill>
              </a:rPr>
              <a:t>             </a:t>
            </a:r>
          </a:p>
        </p:txBody>
      </p:sp>
      <p:sp>
        <p:nvSpPr>
          <p:cNvPr id="3075" name="Rectangle 3"/>
          <p:cNvSpPr>
            <a:spLocks noGrp="1" noChangeArrowheads="1"/>
          </p:cNvSpPr>
          <p:nvPr>
            <p:ph type="subTitle" idx="1" hasCustomPrompt="1"/>
          </p:nvPr>
        </p:nvSpPr>
        <p:spPr>
          <a:xfrm>
            <a:off x="1278000" y="5313363"/>
            <a:ext cx="8534400" cy="609600"/>
          </a:xfrm>
        </p:spPr>
        <p:txBody>
          <a:bodyPr/>
          <a:lstStyle>
            <a:lvl1pPr marL="285750" marR="0" indent="-285750" algn="l" defTabSz="914400" rtl="0" eaLnBrk="1" fontAlgn="base" latinLnBrk="0" hangingPunct="1">
              <a:lnSpc>
                <a:spcPts val="1800"/>
              </a:lnSpc>
              <a:spcBef>
                <a:spcPts val="300"/>
              </a:spcBef>
              <a:spcAft>
                <a:spcPct val="0"/>
              </a:spcAft>
              <a:buClr>
                <a:schemeClr val="tx2"/>
              </a:buClr>
              <a:buSzTx/>
              <a:buFont typeface="Times" charset="0"/>
              <a:buNone/>
              <a:tabLst/>
              <a:defRPr sz="1400">
                <a:solidFill>
                  <a:srgbClr val="FFFFFF"/>
                </a:solidFill>
              </a:defRPr>
            </a:lvl1pPr>
          </a:lstStyle>
          <a:p>
            <a:r>
              <a:rPr lang="de-DE"/>
              <a:t>Dr. </a:t>
            </a:r>
            <a:r>
              <a:rPr lang="de-DE" err="1"/>
              <a:t>rer</a:t>
            </a:r>
            <a:r>
              <a:rPr lang="de-DE"/>
              <a:t>. pol Max Mustermann · </a:t>
            </a:r>
            <a:fld id="{B15953E2-1CAD-46A0-A666-3E8E0EC7E0E1}" type="datetime1">
              <a:rPr lang="de-DE" smtClean="0"/>
              <a:pPr/>
              <a:t>25.04.14</a:t>
            </a:fld>
            <a:endParaRPr lang="de-DE"/>
          </a:p>
          <a:p>
            <a:endParaRPr lang="de-DE"/>
          </a:p>
        </p:txBody>
      </p:sp>
      <p:sp>
        <p:nvSpPr>
          <p:cNvPr id="2" name="Rechteck 1"/>
          <p:cNvSpPr/>
          <p:nvPr userDrawn="1"/>
        </p:nvSpPr>
        <p:spPr bwMode="auto">
          <a:xfrm>
            <a:off x="0" y="6383867"/>
            <a:ext cx="12192000" cy="482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ahoma" charset="0"/>
              <a:ea typeface="ＭＳ Ｐゴシック" charset="-128"/>
            </a:endParaRPr>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400" y="984"/>
            <a:ext cx="3998422" cy="2044931"/>
          </a:xfrm>
          <a:prstGeom prst="rect">
            <a:avLst/>
          </a:prstGeom>
        </p:spPr>
      </p:pic>
      <p:sp>
        <p:nvSpPr>
          <p:cNvPr id="10" name="Fußzeilenplatzhalter 4"/>
          <p:cNvSpPr>
            <a:spLocks noGrp="1"/>
          </p:cNvSpPr>
          <p:nvPr>
            <p:ph type="ftr" sz="quarter" idx="3"/>
          </p:nvPr>
        </p:nvSpPr>
        <p:spPr>
          <a:xfrm>
            <a:off x="1265656" y="2397300"/>
            <a:ext cx="10202444" cy="1261361"/>
          </a:xfrm>
          <a:prstGeom prst="rect">
            <a:avLst/>
          </a:prstGeom>
        </p:spPr>
        <p:txBody>
          <a:bodyPr/>
          <a:lstStyle>
            <a:lvl1pPr>
              <a:defRPr sz="2400" b="1">
                <a:solidFill>
                  <a:schemeClr val="bg1"/>
                </a:solidFill>
                <a:latin typeface="Tahoma Bold"/>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4173083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ayout FB Informatik - nur Text">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1278652" y="1495167"/>
            <a:ext cx="10189448" cy="4276800"/>
          </a:xfrm>
        </p:spPr>
        <p:txBody>
          <a:bodyPr anchor="t"/>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Textmasterformate durch Klicken bearbeiten</a:t>
            </a:r>
          </a:p>
        </p:txBody>
      </p:sp>
      <p:sp>
        <p:nvSpPr>
          <p:cNvPr id="8" name="Titel 1"/>
          <p:cNvSpPr>
            <a:spLocks noGrp="1"/>
          </p:cNvSpPr>
          <p:nvPr>
            <p:ph type="title"/>
          </p:nvPr>
        </p:nvSpPr>
        <p:spPr>
          <a:xfrm>
            <a:off x="1276333" y="611188"/>
            <a:ext cx="10191767" cy="685800"/>
          </a:xfrm>
        </p:spPr>
        <p:txBody>
          <a:bodyPr/>
          <a:lstStyle/>
          <a:p>
            <a:r>
              <a:rPr lang="de-DE"/>
              <a:t>Titelmasterformat durch Klicken bearbeiten</a:t>
            </a:r>
          </a:p>
        </p:txBody>
      </p:sp>
      <p:sp>
        <p:nvSpPr>
          <p:cNvPr id="10" name="Datumsplatzhalter 3"/>
          <p:cNvSpPr>
            <a:spLocks noGrp="1"/>
          </p:cNvSpPr>
          <p:nvPr>
            <p:ph type="dt" sz="half" idx="2"/>
          </p:nvPr>
        </p:nvSpPr>
        <p:spPr>
          <a:xfrm>
            <a:off x="10076016" y="6448154"/>
            <a:ext cx="1485704" cy="365125"/>
          </a:xfrm>
          <a:prstGeom prst="rect">
            <a:avLst/>
          </a:prstGeom>
        </p:spPr>
        <p:txBody>
          <a:bodyPr/>
          <a:lstStyle>
            <a:lvl1pPr algn="r">
              <a:defRPr sz="800">
                <a:solidFill>
                  <a:schemeClr val="bg1"/>
                </a:solidFill>
              </a:defRPr>
            </a:lvl1pPr>
          </a:lstStyle>
          <a:p>
            <a:r>
              <a:rPr lang="de-DE"/>
              <a:t>21.02.2014</a:t>
            </a:r>
          </a:p>
        </p:txBody>
      </p:sp>
      <p:sp>
        <p:nvSpPr>
          <p:cNvPr id="7" name="Fußzeilenplatzhalter 4"/>
          <p:cNvSpPr>
            <a:spLocks noGrp="1"/>
          </p:cNvSpPr>
          <p:nvPr>
            <p:ph type="ftr" sz="quarter" idx="3"/>
          </p:nvPr>
        </p:nvSpPr>
        <p:spPr>
          <a:xfrm>
            <a:off x="422639" y="6446837"/>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3995003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ayout FB Informatik - nur Bild">
    <p:spTree>
      <p:nvGrpSpPr>
        <p:cNvPr id="1" name=""/>
        <p:cNvGrpSpPr/>
        <p:nvPr/>
      </p:nvGrpSpPr>
      <p:grpSpPr>
        <a:xfrm>
          <a:off x="0" y="0"/>
          <a:ext cx="0" cy="0"/>
          <a:chOff x="0" y="0"/>
          <a:chExt cx="0" cy="0"/>
        </a:xfrm>
      </p:grpSpPr>
      <p:sp>
        <p:nvSpPr>
          <p:cNvPr id="6" name="Titel 1"/>
          <p:cNvSpPr>
            <a:spLocks noGrp="1"/>
          </p:cNvSpPr>
          <p:nvPr>
            <p:ph type="title"/>
          </p:nvPr>
        </p:nvSpPr>
        <p:spPr>
          <a:xfrm>
            <a:off x="1275836" y="611188"/>
            <a:ext cx="10192264" cy="685800"/>
          </a:xfrm>
        </p:spPr>
        <p:txBody>
          <a:bodyPr/>
          <a:lstStyle/>
          <a:p>
            <a:r>
              <a:rPr lang="de-DE"/>
              <a:t>Titelmasterformat durch Klicken bearbeiten</a:t>
            </a:r>
          </a:p>
        </p:txBody>
      </p:sp>
      <p:sp>
        <p:nvSpPr>
          <p:cNvPr id="7" name="Bildplatzhalter 11"/>
          <p:cNvSpPr>
            <a:spLocks noGrp="1"/>
          </p:cNvSpPr>
          <p:nvPr>
            <p:ph type="pic" sz="quarter" idx="13"/>
          </p:nvPr>
        </p:nvSpPr>
        <p:spPr>
          <a:xfrm>
            <a:off x="1362961" y="1608138"/>
            <a:ext cx="10105139" cy="4278312"/>
          </a:xfrm>
        </p:spPr>
        <p:txBody>
          <a:bodyPr/>
          <a:lstStyle>
            <a:lvl1pPr>
              <a:buNone/>
              <a:defRPr/>
            </a:lvl1pPr>
          </a:lstStyle>
          <a:p>
            <a:endParaRPr lang="de-DE"/>
          </a:p>
        </p:txBody>
      </p:sp>
      <p:sp>
        <p:nvSpPr>
          <p:cNvPr id="11" name="Datumsplatzhalter 3"/>
          <p:cNvSpPr>
            <a:spLocks noGrp="1"/>
          </p:cNvSpPr>
          <p:nvPr>
            <p:ph type="dt" sz="half" idx="2"/>
          </p:nvPr>
        </p:nvSpPr>
        <p:spPr>
          <a:xfrm>
            <a:off x="10074218" y="6448154"/>
            <a:ext cx="1485704" cy="365125"/>
          </a:xfrm>
          <a:prstGeom prst="rect">
            <a:avLst/>
          </a:prstGeom>
        </p:spPr>
        <p:txBody>
          <a:bodyPr/>
          <a:lstStyle>
            <a:lvl1pPr algn="r">
              <a:defRPr sz="800">
                <a:solidFill>
                  <a:schemeClr val="bg1"/>
                </a:solidFill>
              </a:defRPr>
            </a:lvl1pPr>
          </a:lstStyle>
          <a:p>
            <a:r>
              <a:rPr lang="de-DE"/>
              <a:t>21.02.2014</a:t>
            </a:r>
          </a:p>
        </p:txBody>
      </p:sp>
      <p:sp>
        <p:nvSpPr>
          <p:cNvPr id="8" name="Fußzeilenplatzhalter 4"/>
          <p:cNvSpPr>
            <a:spLocks noGrp="1"/>
          </p:cNvSpPr>
          <p:nvPr>
            <p:ph type="ftr" sz="quarter" idx="3"/>
          </p:nvPr>
        </p:nvSpPr>
        <p:spPr>
          <a:xfrm>
            <a:off x="422639" y="6446837"/>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2243627488"/>
      </p:ext>
    </p:extLst>
  </p:cSld>
  <p:clrMapOvr>
    <a:masterClrMapping/>
  </p:clrMapOvr>
  <p:extLst>
    <p:ext uri="{DCECCB84-F9BA-43D5-87BE-67443E8EF086}">
      <p15:sldGuideLst xmlns:p15="http://schemas.microsoft.com/office/powerpoint/2012/main">
        <p15:guide id="1" pos="85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ayout FB Informatik - Text + Bild">
    <p:spTree>
      <p:nvGrpSpPr>
        <p:cNvPr id="1" name=""/>
        <p:cNvGrpSpPr/>
        <p:nvPr/>
      </p:nvGrpSpPr>
      <p:grpSpPr>
        <a:xfrm>
          <a:off x="0" y="0"/>
          <a:ext cx="0" cy="0"/>
          <a:chOff x="0" y="0"/>
          <a:chExt cx="0" cy="0"/>
        </a:xfrm>
      </p:grpSpPr>
      <p:sp>
        <p:nvSpPr>
          <p:cNvPr id="2" name="Titel 1"/>
          <p:cNvSpPr>
            <a:spLocks noGrp="1"/>
          </p:cNvSpPr>
          <p:nvPr>
            <p:ph type="title"/>
          </p:nvPr>
        </p:nvSpPr>
        <p:spPr>
          <a:xfrm>
            <a:off x="1275445" y="611188"/>
            <a:ext cx="9571567" cy="685800"/>
          </a:xfrm>
        </p:spPr>
        <p:txBody>
          <a:bodyPr/>
          <a:lstStyle/>
          <a:p>
            <a:r>
              <a:rPr lang="de-DE"/>
              <a:t>Titelmasterformat durch Klicken bearbeiten</a:t>
            </a:r>
          </a:p>
        </p:txBody>
      </p:sp>
      <p:sp>
        <p:nvSpPr>
          <p:cNvPr id="4" name="Inhaltsplatzhalter 3"/>
          <p:cNvSpPr>
            <a:spLocks noGrp="1"/>
          </p:cNvSpPr>
          <p:nvPr>
            <p:ph sz="half" idx="2"/>
          </p:nvPr>
        </p:nvSpPr>
        <p:spPr>
          <a:xfrm>
            <a:off x="6613011" y="1481139"/>
            <a:ext cx="4855089" cy="4405311"/>
          </a:xfrm>
        </p:spPr>
        <p:txBody>
          <a:bodyPr/>
          <a:lstStyle>
            <a:lvl1pPr algn="l">
              <a:buNone/>
              <a:defRPr sz="1800"/>
            </a:lvl1pPr>
            <a:lvl2pPr>
              <a:buNone/>
              <a:defRPr sz="1800"/>
            </a:lvl2pPr>
            <a:lvl3pPr>
              <a:buNone/>
              <a:defRPr sz="1800"/>
            </a:lvl3pPr>
            <a:lvl4pPr>
              <a:buNone/>
              <a:defRPr sz="1800"/>
            </a:lvl4pPr>
            <a:lvl5pPr>
              <a:buNone/>
              <a:defRPr sz="1800"/>
            </a:lvl5pPr>
            <a:lvl6pPr>
              <a:defRPr sz="1800"/>
            </a:lvl6pPr>
            <a:lvl7pPr>
              <a:defRPr sz="1800"/>
            </a:lvl7pPr>
            <a:lvl8pPr>
              <a:defRPr sz="1800"/>
            </a:lvl8pPr>
            <a:lvl9pPr>
              <a:defRPr sz="1800"/>
            </a:lvl9pPr>
          </a:lstStyle>
          <a:p>
            <a:pPr lvl="0"/>
            <a:r>
              <a:rPr lang="de-DE"/>
              <a:t>Textmasterformate durch Klicken bearbeiten</a:t>
            </a:r>
          </a:p>
        </p:txBody>
      </p:sp>
      <p:sp>
        <p:nvSpPr>
          <p:cNvPr id="12" name="Bildplatzhalter 11"/>
          <p:cNvSpPr>
            <a:spLocks noGrp="1"/>
          </p:cNvSpPr>
          <p:nvPr>
            <p:ph type="pic" sz="quarter" idx="13"/>
          </p:nvPr>
        </p:nvSpPr>
        <p:spPr>
          <a:xfrm>
            <a:off x="1361647" y="1608138"/>
            <a:ext cx="4820671" cy="4278312"/>
          </a:xfrm>
        </p:spPr>
        <p:txBody>
          <a:bodyPr/>
          <a:lstStyle>
            <a:lvl1pPr>
              <a:buNone/>
              <a:defRPr/>
            </a:lvl1pPr>
          </a:lstStyle>
          <a:p>
            <a:endParaRPr lang="de-DE"/>
          </a:p>
        </p:txBody>
      </p:sp>
      <p:sp>
        <p:nvSpPr>
          <p:cNvPr id="10" name="Datumsplatzhalter 3"/>
          <p:cNvSpPr>
            <a:spLocks noGrp="1"/>
          </p:cNvSpPr>
          <p:nvPr>
            <p:ph type="dt" sz="half" idx="14"/>
          </p:nvPr>
        </p:nvSpPr>
        <p:spPr>
          <a:xfrm>
            <a:off x="10074696" y="6448154"/>
            <a:ext cx="1485704" cy="365125"/>
          </a:xfrm>
          <a:prstGeom prst="rect">
            <a:avLst/>
          </a:prstGeom>
        </p:spPr>
        <p:txBody>
          <a:bodyPr/>
          <a:lstStyle>
            <a:lvl1pPr algn="r">
              <a:defRPr sz="800">
                <a:solidFill>
                  <a:schemeClr val="bg1"/>
                </a:solidFill>
              </a:defRPr>
            </a:lvl1pPr>
          </a:lstStyle>
          <a:p>
            <a:r>
              <a:rPr lang="de-DE"/>
              <a:t>21.02.2014</a:t>
            </a:r>
          </a:p>
        </p:txBody>
      </p:sp>
      <p:sp>
        <p:nvSpPr>
          <p:cNvPr id="8" name="Fußzeilenplatzhalter 4"/>
          <p:cNvSpPr>
            <a:spLocks noGrp="1"/>
          </p:cNvSpPr>
          <p:nvPr>
            <p:ph type="ftr" sz="quarter" idx="3"/>
          </p:nvPr>
        </p:nvSpPr>
        <p:spPr>
          <a:xfrm>
            <a:off x="422639" y="6446837"/>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2644740023"/>
      </p:ext>
    </p:extLst>
  </p:cSld>
  <p:clrMapOvr>
    <a:masterClrMapping/>
  </p:clrMapOvr>
  <p:extLst>
    <p:ext uri="{DCECCB84-F9BA-43D5-87BE-67443E8EF086}">
      <p15:sldGuideLst xmlns:p15="http://schemas.microsoft.com/office/powerpoint/2012/main">
        <p15:guide id="1" pos="85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Layout FB Informatik - nur Aufzählungen">
    <p:spTree>
      <p:nvGrpSpPr>
        <p:cNvPr id="1" name=""/>
        <p:cNvGrpSpPr/>
        <p:nvPr/>
      </p:nvGrpSpPr>
      <p:grpSpPr>
        <a:xfrm>
          <a:off x="0" y="0"/>
          <a:ext cx="0" cy="0"/>
          <a:chOff x="0" y="0"/>
          <a:chExt cx="0" cy="0"/>
        </a:xfrm>
      </p:grpSpPr>
      <p:sp>
        <p:nvSpPr>
          <p:cNvPr id="2" name="Titel 1"/>
          <p:cNvSpPr>
            <a:spLocks noGrp="1"/>
          </p:cNvSpPr>
          <p:nvPr>
            <p:ph type="title"/>
          </p:nvPr>
        </p:nvSpPr>
        <p:spPr>
          <a:xfrm>
            <a:off x="1273985" y="611188"/>
            <a:ext cx="10204873" cy="685800"/>
          </a:xfrm>
        </p:spPr>
        <p:txBody>
          <a:bodyPr/>
          <a:lstStyle/>
          <a:p>
            <a:r>
              <a:rPr lang="de-DE"/>
              <a:t>Titelmasterformat durch Klicken bearbeiten</a:t>
            </a:r>
          </a:p>
        </p:txBody>
      </p:sp>
      <p:sp>
        <p:nvSpPr>
          <p:cNvPr id="3" name="Inhaltsplatzhalter 2"/>
          <p:cNvSpPr>
            <a:spLocks noGrp="1"/>
          </p:cNvSpPr>
          <p:nvPr>
            <p:ph idx="1" hasCustomPrompt="1"/>
          </p:nvPr>
        </p:nvSpPr>
        <p:spPr/>
        <p:txBody>
          <a:bodyPr/>
          <a:lstStyle>
            <a:lvl1pPr marL="285750" indent="-285750">
              <a:buFont typeface="Wingdings" panose="05000000000000000000" pitchFamily="2" charset="2"/>
              <a:buChar char="§"/>
              <a:defRPr/>
            </a:lvl1pPr>
            <a:lvl2pPr marL="808038" indent="-285750">
              <a:buFont typeface="Wingdings" panose="05000000000000000000" pitchFamily="2" charset="2"/>
              <a:buChar char="§"/>
              <a:defRPr/>
            </a:lvl2pPr>
            <a:lvl3pPr marL="1252538" indent="-254000">
              <a:buFont typeface="Wingdings" panose="05000000000000000000" pitchFamily="2" charset="2"/>
              <a:buChar char="§"/>
              <a:defRPr/>
            </a:lvl3pPr>
            <a:lvl4pPr marL="1701800" indent="-284163">
              <a:buFont typeface="Wingdings" panose="05000000000000000000" pitchFamily="2" charset="2"/>
              <a:buChar char="§"/>
              <a:defRPr/>
            </a:lvl4pPr>
            <a:lvl5pPr marL="2151063" indent="-314325">
              <a:buFont typeface="Wingdings" panose="05000000000000000000" pitchFamily="2" charset="2"/>
              <a:buChar char="§"/>
              <a:defRPr/>
            </a:lvl5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9" name="Datumsplatzhalter 3"/>
          <p:cNvSpPr>
            <a:spLocks noGrp="1"/>
          </p:cNvSpPr>
          <p:nvPr>
            <p:ph type="dt" sz="half" idx="2"/>
          </p:nvPr>
        </p:nvSpPr>
        <p:spPr>
          <a:xfrm>
            <a:off x="10074636" y="6448154"/>
            <a:ext cx="1485704" cy="365125"/>
          </a:xfrm>
          <a:prstGeom prst="rect">
            <a:avLst/>
          </a:prstGeom>
        </p:spPr>
        <p:txBody>
          <a:bodyPr/>
          <a:lstStyle>
            <a:lvl1pPr algn="r">
              <a:defRPr sz="800">
                <a:solidFill>
                  <a:schemeClr val="bg1"/>
                </a:solidFill>
              </a:defRPr>
            </a:lvl1pPr>
          </a:lstStyle>
          <a:p>
            <a:r>
              <a:rPr lang="de-DE"/>
              <a:t>21.02.2014</a:t>
            </a:r>
          </a:p>
        </p:txBody>
      </p:sp>
      <p:sp>
        <p:nvSpPr>
          <p:cNvPr id="7" name="Fußzeilenplatzhalter 4"/>
          <p:cNvSpPr>
            <a:spLocks noGrp="1"/>
          </p:cNvSpPr>
          <p:nvPr>
            <p:ph type="ftr" sz="quarter" idx="3"/>
          </p:nvPr>
        </p:nvSpPr>
        <p:spPr>
          <a:xfrm>
            <a:off x="422639" y="6446837"/>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3812154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ellenvorlagen">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1272558" y="611188"/>
            <a:ext cx="10206300" cy="685800"/>
          </a:xfrm>
        </p:spPr>
        <p:txBody>
          <a:bodyPr/>
          <a:lstStyle/>
          <a:p>
            <a:r>
              <a:rPr lang="de-DE"/>
              <a:t>Titelmasterformat durch Klicken bearbeiten</a:t>
            </a:r>
          </a:p>
        </p:txBody>
      </p:sp>
      <p:sp>
        <p:nvSpPr>
          <p:cNvPr id="42" name="Datumsplatzhalter 3"/>
          <p:cNvSpPr>
            <a:spLocks noGrp="1"/>
          </p:cNvSpPr>
          <p:nvPr userDrawn="1">
            <p:ph type="dt" sz="half" idx="2"/>
          </p:nvPr>
        </p:nvSpPr>
        <p:spPr>
          <a:xfrm>
            <a:off x="10078446" y="6448154"/>
            <a:ext cx="1485704" cy="365125"/>
          </a:xfrm>
          <a:prstGeom prst="rect">
            <a:avLst/>
          </a:prstGeom>
        </p:spPr>
        <p:txBody>
          <a:bodyPr/>
          <a:lstStyle>
            <a:lvl1pPr algn="r">
              <a:defRPr sz="800">
                <a:solidFill>
                  <a:schemeClr val="bg1"/>
                </a:solidFill>
              </a:defRPr>
            </a:lvl1pPr>
          </a:lstStyle>
          <a:p>
            <a:r>
              <a:rPr lang="de-DE"/>
              <a:t>21.02.2014</a:t>
            </a:r>
          </a:p>
        </p:txBody>
      </p:sp>
      <p:sp>
        <p:nvSpPr>
          <p:cNvPr id="38" name="Textplatzhalter 37"/>
          <p:cNvSpPr>
            <a:spLocks noGrp="1"/>
          </p:cNvSpPr>
          <p:nvPr>
            <p:ph type="body" sz="quarter" idx="14" hasCustomPrompt="1"/>
          </p:nvPr>
        </p:nvSpPr>
        <p:spPr bwMode="auto">
          <a:xfrm>
            <a:off x="1373755" y="1620773"/>
            <a:ext cx="2217368" cy="249576"/>
          </a:xfrm>
          <a:custGeom>
            <a:avLst/>
            <a:gdLst>
              <a:gd name="connsiteX0" fmla="*/ 0 w 1554762"/>
              <a:gd name="connsiteY0" fmla="*/ 0 h 249576"/>
              <a:gd name="connsiteX1" fmla="*/ 600 w 1554762"/>
              <a:gd name="connsiteY1" fmla="*/ 0 h 249576"/>
              <a:gd name="connsiteX2" fmla="*/ 1554162 w 1554762"/>
              <a:gd name="connsiteY2" fmla="*/ 0 h 249576"/>
              <a:gd name="connsiteX3" fmla="*/ 1554762 w 1554762"/>
              <a:gd name="connsiteY3" fmla="*/ 0 h 249576"/>
              <a:gd name="connsiteX4" fmla="*/ 1554762 w 1554762"/>
              <a:gd name="connsiteY4" fmla="*/ 179556 h 249576"/>
              <a:gd name="connsiteX5" fmla="*/ 843180 w 1554762"/>
              <a:gd name="connsiteY5" fmla="*/ 179556 h 249576"/>
              <a:gd name="connsiteX6" fmla="*/ 777082 w 1554762"/>
              <a:gd name="connsiteY6" fmla="*/ 249576 h 249576"/>
              <a:gd name="connsiteX7" fmla="*/ 710983 w 1554762"/>
              <a:gd name="connsiteY7" fmla="*/ 179556 h 249576"/>
              <a:gd name="connsiteX8" fmla="*/ 600 w 1554762"/>
              <a:gd name="connsiteY8" fmla="*/ 179556 h 249576"/>
              <a:gd name="connsiteX9" fmla="*/ 600 w 1554762"/>
              <a:gd name="connsiteY9" fmla="*/ 174625 h 249576"/>
              <a:gd name="connsiteX10" fmla="*/ 0 w 1554762"/>
              <a:gd name="connsiteY10" fmla="*/ 174625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4762" h="249576">
                <a:moveTo>
                  <a:pt x="0" y="0"/>
                </a:moveTo>
                <a:lnTo>
                  <a:pt x="600" y="0"/>
                </a:lnTo>
                <a:lnTo>
                  <a:pt x="1554162" y="0"/>
                </a:lnTo>
                <a:lnTo>
                  <a:pt x="1554762" y="0"/>
                </a:lnTo>
                <a:lnTo>
                  <a:pt x="1554762" y="179556"/>
                </a:lnTo>
                <a:lnTo>
                  <a:pt x="843180" y="179556"/>
                </a:lnTo>
                <a:lnTo>
                  <a:pt x="777082" y="249576"/>
                </a:lnTo>
                <a:lnTo>
                  <a:pt x="710983" y="179556"/>
                </a:lnTo>
                <a:lnTo>
                  <a:pt x="600" y="179556"/>
                </a:lnTo>
                <a:lnTo>
                  <a:pt x="600" y="174625"/>
                </a:lnTo>
                <a:lnTo>
                  <a:pt x="0" y="174625"/>
                </a:lnTo>
                <a:close/>
              </a:path>
            </a:pathLst>
          </a:custGeom>
          <a:solidFill>
            <a:schemeClr val="accent1"/>
          </a:solidFill>
          <a:ln w="9525">
            <a:no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bg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41" name="Textplatzhalter 40"/>
          <p:cNvSpPr>
            <a:spLocks noGrp="1"/>
          </p:cNvSpPr>
          <p:nvPr>
            <p:ph type="body" sz="quarter" idx="16" hasCustomPrompt="1"/>
          </p:nvPr>
        </p:nvSpPr>
        <p:spPr bwMode="auto">
          <a:xfrm>
            <a:off x="3717383" y="1620773"/>
            <a:ext cx="3035583" cy="249576"/>
          </a:xfrm>
          <a:custGeom>
            <a:avLst/>
            <a:gdLst>
              <a:gd name="connsiteX0" fmla="*/ 0 w 2127053"/>
              <a:gd name="connsiteY0" fmla="*/ 0 h 249576"/>
              <a:gd name="connsiteX1" fmla="*/ 286445 w 2127053"/>
              <a:gd name="connsiteY1" fmla="*/ 0 h 249576"/>
              <a:gd name="connsiteX2" fmla="*/ 1840607 w 2127053"/>
              <a:gd name="connsiteY2" fmla="*/ 0 h 249576"/>
              <a:gd name="connsiteX3" fmla="*/ 2127053 w 2127053"/>
              <a:gd name="connsiteY3" fmla="*/ 0 h 249576"/>
              <a:gd name="connsiteX4" fmla="*/ 2127053 w 2127053"/>
              <a:gd name="connsiteY4" fmla="*/ 179556 h 249576"/>
              <a:gd name="connsiteX5" fmla="*/ 1129625 w 2127053"/>
              <a:gd name="connsiteY5" fmla="*/ 179556 h 249576"/>
              <a:gd name="connsiteX6" fmla="*/ 1063527 w 2127053"/>
              <a:gd name="connsiteY6" fmla="*/ 249576 h 249576"/>
              <a:gd name="connsiteX7" fmla="*/ 997428 w 2127053"/>
              <a:gd name="connsiteY7" fmla="*/ 179556 h 249576"/>
              <a:gd name="connsiteX8" fmla="*/ 0 w 2127053"/>
              <a:gd name="connsiteY8" fmla="*/ 179556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7053" h="249576">
                <a:moveTo>
                  <a:pt x="0" y="0"/>
                </a:moveTo>
                <a:lnTo>
                  <a:pt x="286445" y="0"/>
                </a:lnTo>
                <a:lnTo>
                  <a:pt x="1840607" y="0"/>
                </a:lnTo>
                <a:lnTo>
                  <a:pt x="2127053" y="0"/>
                </a:lnTo>
                <a:lnTo>
                  <a:pt x="2127053" y="179556"/>
                </a:lnTo>
                <a:lnTo>
                  <a:pt x="1129625" y="179556"/>
                </a:lnTo>
                <a:lnTo>
                  <a:pt x="1063527" y="249576"/>
                </a:lnTo>
                <a:lnTo>
                  <a:pt x="997428" y="179556"/>
                </a:lnTo>
                <a:lnTo>
                  <a:pt x="0" y="179556"/>
                </a:lnTo>
                <a:close/>
              </a:path>
            </a:pathLst>
          </a:custGeom>
          <a:solidFill>
            <a:schemeClr val="accent1"/>
          </a:solidFill>
          <a:ln w="9525">
            <a:solidFill>
              <a:schemeClr val="accent1"/>
            </a:solid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bg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44" name="Textplatzhalter 43"/>
          <p:cNvSpPr>
            <a:spLocks noGrp="1"/>
          </p:cNvSpPr>
          <p:nvPr>
            <p:ph type="body" sz="quarter" idx="18" hasCustomPrompt="1"/>
          </p:nvPr>
        </p:nvSpPr>
        <p:spPr bwMode="auto">
          <a:xfrm>
            <a:off x="6870317" y="1620773"/>
            <a:ext cx="4611824" cy="249576"/>
          </a:xfrm>
          <a:custGeom>
            <a:avLst/>
            <a:gdLst>
              <a:gd name="connsiteX0" fmla="*/ 0 w 3232150"/>
              <a:gd name="connsiteY0" fmla="*/ 0 h 249576"/>
              <a:gd name="connsiteX1" fmla="*/ 838994 w 3232150"/>
              <a:gd name="connsiteY1" fmla="*/ 0 h 249576"/>
              <a:gd name="connsiteX2" fmla="*/ 2393156 w 3232150"/>
              <a:gd name="connsiteY2" fmla="*/ 0 h 249576"/>
              <a:gd name="connsiteX3" fmla="*/ 3232150 w 3232150"/>
              <a:gd name="connsiteY3" fmla="*/ 0 h 249576"/>
              <a:gd name="connsiteX4" fmla="*/ 3232150 w 3232150"/>
              <a:gd name="connsiteY4" fmla="*/ 179556 h 249576"/>
              <a:gd name="connsiteX5" fmla="*/ 1682174 w 3232150"/>
              <a:gd name="connsiteY5" fmla="*/ 179556 h 249576"/>
              <a:gd name="connsiteX6" fmla="*/ 1616076 w 3232150"/>
              <a:gd name="connsiteY6" fmla="*/ 249576 h 249576"/>
              <a:gd name="connsiteX7" fmla="*/ 1549977 w 3232150"/>
              <a:gd name="connsiteY7" fmla="*/ 179556 h 249576"/>
              <a:gd name="connsiteX8" fmla="*/ 0 w 3232150"/>
              <a:gd name="connsiteY8" fmla="*/ 179556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2150" h="249576">
                <a:moveTo>
                  <a:pt x="0" y="0"/>
                </a:moveTo>
                <a:lnTo>
                  <a:pt x="838994" y="0"/>
                </a:lnTo>
                <a:lnTo>
                  <a:pt x="2393156" y="0"/>
                </a:lnTo>
                <a:lnTo>
                  <a:pt x="3232150" y="0"/>
                </a:lnTo>
                <a:lnTo>
                  <a:pt x="3232150" y="179556"/>
                </a:lnTo>
                <a:lnTo>
                  <a:pt x="1682174" y="179556"/>
                </a:lnTo>
                <a:lnTo>
                  <a:pt x="1616076" y="249576"/>
                </a:lnTo>
                <a:lnTo>
                  <a:pt x="1549977" y="179556"/>
                </a:lnTo>
                <a:lnTo>
                  <a:pt x="0" y="179556"/>
                </a:lnTo>
                <a:close/>
              </a:path>
            </a:pathLst>
          </a:custGeom>
          <a:solidFill>
            <a:schemeClr val="accent1"/>
          </a:solidFill>
          <a:ln w="9525">
            <a:no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bg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47" name="Textplatzhalter 46"/>
          <p:cNvSpPr>
            <a:spLocks noGrp="1"/>
          </p:cNvSpPr>
          <p:nvPr>
            <p:ph type="body" sz="quarter" idx="22" hasCustomPrompt="1"/>
          </p:nvPr>
        </p:nvSpPr>
        <p:spPr bwMode="auto">
          <a:xfrm>
            <a:off x="1376027" y="2138818"/>
            <a:ext cx="10106114" cy="249576"/>
          </a:xfrm>
          <a:custGeom>
            <a:avLst/>
            <a:gdLst>
              <a:gd name="connsiteX0" fmla="*/ 0 w 7091363"/>
              <a:gd name="connsiteY0" fmla="*/ 0 h 249576"/>
              <a:gd name="connsiteX1" fmla="*/ 2768600 w 7091363"/>
              <a:gd name="connsiteY1" fmla="*/ 0 h 249576"/>
              <a:gd name="connsiteX2" fmla="*/ 4322762 w 7091363"/>
              <a:gd name="connsiteY2" fmla="*/ 0 h 249576"/>
              <a:gd name="connsiteX3" fmla="*/ 7091363 w 7091363"/>
              <a:gd name="connsiteY3" fmla="*/ 0 h 249576"/>
              <a:gd name="connsiteX4" fmla="*/ 7091363 w 7091363"/>
              <a:gd name="connsiteY4" fmla="*/ 179556 h 249576"/>
              <a:gd name="connsiteX5" fmla="*/ 3611780 w 7091363"/>
              <a:gd name="connsiteY5" fmla="*/ 179556 h 249576"/>
              <a:gd name="connsiteX6" fmla="*/ 3545682 w 7091363"/>
              <a:gd name="connsiteY6" fmla="*/ 249576 h 249576"/>
              <a:gd name="connsiteX7" fmla="*/ 3479583 w 7091363"/>
              <a:gd name="connsiteY7" fmla="*/ 179556 h 249576"/>
              <a:gd name="connsiteX8" fmla="*/ 0 w 7091363"/>
              <a:gd name="connsiteY8" fmla="*/ 179556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91363" h="249576">
                <a:moveTo>
                  <a:pt x="0" y="0"/>
                </a:moveTo>
                <a:lnTo>
                  <a:pt x="2768600" y="0"/>
                </a:lnTo>
                <a:lnTo>
                  <a:pt x="4322762" y="0"/>
                </a:lnTo>
                <a:lnTo>
                  <a:pt x="7091363" y="0"/>
                </a:lnTo>
                <a:lnTo>
                  <a:pt x="7091363" y="179556"/>
                </a:lnTo>
                <a:lnTo>
                  <a:pt x="3611780" y="179556"/>
                </a:lnTo>
                <a:lnTo>
                  <a:pt x="3545682" y="249576"/>
                </a:lnTo>
                <a:lnTo>
                  <a:pt x="3479583" y="179556"/>
                </a:lnTo>
                <a:lnTo>
                  <a:pt x="0" y="179556"/>
                </a:lnTo>
                <a:close/>
              </a:path>
            </a:pathLst>
          </a:custGeom>
          <a:solidFill>
            <a:schemeClr val="accent1"/>
          </a:solidFill>
          <a:ln w="9525">
            <a:no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bg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49" name="Freihandform 78"/>
          <p:cNvSpPr txBox="1">
            <a:spLocks/>
          </p:cNvSpPr>
          <p:nvPr userDrawn="1"/>
        </p:nvSpPr>
        <p:spPr bwMode="auto">
          <a:xfrm>
            <a:off x="1364075" y="2726885"/>
            <a:ext cx="10118066" cy="179556"/>
          </a:xfrm>
          <a:custGeom>
            <a:avLst/>
            <a:gdLst>
              <a:gd name="connsiteX0" fmla="*/ 0 w 7091362"/>
              <a:gd name="connsiteY0" fmla="*/ 0 h 179556"/>
              <a:gd name="connsiteX1" fmla="*/ 7091362 w 7091362"/>
              <a:gd name="connsiteY1" fmla="*/ 0 h 179556"/>
              <a:gd name="connsiteX2" fmla="*/ 7091362 w 7091362"/>
              <a:gd name="connsiteY2" fmla="*/ 179556 h 179556"/>
              <a:gd name="connsiteX3" fmla="*/ 3605228 w 7091362"/>
              <a:gd name="connsiteY3" fmla="*/ 179556 h 179556"/>
              <a:gd name="connsiteX4" fmla="*/ 3538536 w 7091362"/>
              <a:gd name="connsiteY4" fmla="*/ 103854 h 179556"/>
              <a:gd name="connsiteX5" fmla="*/ 3471843 w 7091362"/>
              <a:gd name="connsiteY5" fmla="*/ 179556 h 179556"/>
              <a:gd name="connsiteX6" fmla="*/ 0 w 7091362"/>
              <a:gd name="connsiteY6" fmla="*/ 179556 h 179556"/>
              <a:gd name="connsiteX7" fmla="*/ 0 w 7091362"/>
              <a:gd name="connsiteY7" fmla="*/ 0 h 17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91362" h="179556">
                <a:moveTo>
                  <a:pt x="0" y="0"/>
                </a:moveTo>
                <a:lnTo>
                  <a:pt x="7091362" y="0"/>
                </a:lnTo>
                <a:lnTo>
                  <a:pt x="7091362" y="179556"/>
                </a:lnTo>
                <a:lnTo>
                  <a:pt x="3605228" y="179556"/>
                </a:lnTo>
                <a:lnTo>
                  <a:pt x="3538536" y="103854"/>
                </a:lnTo>
                <a:lnTo>
                  <a:pt x="3471843" y="179556"/>
                </a:lnTo>
                <a:lnTo>
                  <a:pt x="0" y="179556"/>
                </a:lnTo>
                <a:lnTo>
                  <a:pt x="0" y="0"/>
                </a:lnTo>
                <a:close/>
              </a:path>
            </a:pathLst>
          </a:custGeom>
          <a:solidFill>
            <a:schemeClr val="accent1"/>
          </a:solidFill>
          <a:ln w="9525">
            <a:noFill/>
            <a:miter lim="800000"/>
            <a:headEnd/>
            <a:tailEnd/>
          </a:ln>
        </p:spPr>
        <p:txBody>
          <a:bodyPr vert="horz" wrap="square" lIns="91440" tIns="45720" rIns="91440" bIns="45720" numCol="1" anchor="t" anchorCtr="0" compatLnSpc="1">
            <a:prstTxWarp prst="textNoShape">
              <a:avLst/>
            </a:prstTxWarp>
            <a:noAutofit/>
          </a:bodyPr>
          <a:lstStyle>
            <a:lvl1pPr marL="0" marR="0" indent="0" algn="ctr" defTabSz="914400" rtl="0" eaLnBrk="0" fontAlgn="base" latinLnBrk="0" hangingPunct="0">
              <a:lnSpc>
                <a:spcPts val="900"/>
              </a:lnSpc>
              <a:spcBef>
                <a:spcPts val="0"/>
              </a:spcBef>
              <a:spcAft>
                <a:spcPts val="0"/>
              </a:spcAft>
              <a:buClrTx/>
              <a:buSzTx/>
              <a:buFontTx/>
              <a:buNone/>
              <a:tabLst/>
              <a:defRPr sz="1800" baseline="0">
                <a:solidFill>
                  <a:schemeClr val="tx1"/>
                </a:solidFill>
                <a:latin typeface="+mn-lt"/>
                <a:ea typeface="+mn-ea"/>
                <a:cs typeface="+mn-cs"/>
              </a:defRPr>
            </a:lvl1pPr>
            <a:lvl2pPr marL="808038" indent="-285750"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2pPr>
            <a:lvl3pPr marL="1257300" indent="-258763"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3pPr>
            <a:lvl4pPr marL="1704975" indent="-287338"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4pPr>
            <a:lvl5pPr marL="2152650" indent="-315913"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5pPr>
            <a:lvl6pPr marL="25225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6pPr>
            <a:lvl7pPr marL="29797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7pPr>
            <a:lvl8pPr marL="34369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8pPr>
            <a:lvl9pPr marL="38941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9pPr>
          </a:lstStyle>
          <a:p>
            <a:r>
              <a:rPr lang="de-DE" sz="1000" kern="0">
                <a:solidFill>
                  <a:schemeClr val="bg1"/>
                </a:solidFill>
                <a:latin typeface="Tahoma" charset="0"/>
                <a:ea typeface="ＭＳ Ｐゴシック" charset="-128"/>
              </a:rPr>
              <a:t> </a:t>
            </a:r>
          </a:p>
        </p:txBody>
      </p:sp>
      <p:sp>
        <p:nvSpPr>
          <p:cNvPr id="50" name="Textplatzhalter 49"/>
          <p:cNvSpPr>
            <a:spLocks noGrp="1"/>
          </p:cNvSpPr>
          <p:nvPr>
            <p:ph type="body" sz="quarter" idx="23" hasCustomPrompt="1"/>
          </p:nvPr>
        </p:nvSpPr>
        <p:spPr bwMode="auto">
          <a:xfrm>
            <a:off x="1382003" y="3496301"/>
            <a:ext cx="2209120" cy="249576"/>
          </a:xfrm>
          <a:custGeom>
            <a:avLst/>
            <a:gdLst>
              <a:gd name="connsiteX0" fmla="*/ 0 w 1554762"/>
              <a:gd name="connsiteY0" fmla="*/ 0 h 249576"/>
              <a:gd name="connsiteX1" fmla="*/ 600 w 1554762"/>
              <a:gd name="connsiteY1" fmla="*/ 0 h 249576"/>
              <a:gd name="connsiteX2" fmla="*/ 1554162 w 1554762"/>
              <a:gd name="connsiteY2" fmla="*/ 0 h 249576"/>
              <a:gd name="connsiteX3" fmla="*/ 1554762 w 1554762"/>
              <a:gd name="connsiteY3" fmla="*/ 0 h 249576"/>
              <a:gd name="connsiteX4" fmla="*/ 1554762 w 1554762"/>
              <a:gd name="connsiteY4" fmla="*/ 179556 h 249576"/>
              <a:gd name="connsiteX5" fmla="*/ 843180 w 1554762"/>
              <a:gd name="connsiteY5" fmla="*/ 179556 h 249576"/>
              <a:gd name="connsiteX6" fmla="*/ 777082 w 1554762"/>
              <a:gd name="connsiteY6" fmla="*/ 249576 h 249576"/>
              <a:gd name="connsiteX7" fmla="*/ 710983 w 1554762"/>
              <a:gd name="connsiteY7" fmla="*/ 179556 h 249576"/>
              <a:gd name="connsiteX8" fmla="*/ 600 w 1554762"/>
              <a:gd name="connsiteY8" fmla="*/ 179556 h 249576"/>
              <a:gd name="connsiteX9" fmla="*/ 600 w 1554762"/>
              <a:gd name="connsiteY9" fmla="*/ 174625 h 249576"/>
              <a:gd name="connsiteX10" fmla="*/ 0 w 1554762"/>
              <a:gd name="connsiteY10" fmla="*/ 174625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4762" h="249576">
                <a:moveTo>
                  <a:pt x="0" y="0"/>
                </a:moveTo>
                <a:lnTo>
                  <a:pt x="600" y="0"/>
                </a:lnTo>
                <a:lnTo>
                  <a:pt x="1554162" y="0"/>
                </a:lnTo>
                <a:lnTo>
                  <a:pt x="1554762" y="0"/>
                </a:lnTo>
                <a:lnTo>
                  <a:pt x="1554762" y="179556"/>
                </a:lnTo>
                <a:lnTo>
                  <a:pt x="843180" y="179556"/>
                </a:lnTo>
                <a:lnTo>
                  <a:pt x="777082" y="249576"/>
                </a:lnTo>
                <a:lnTo>
                  <a:pt x="710983" y="179556"/>
                </a:lnTo>
                <a:lnTo>
                  <a:pt x="600" y="179556"/>
                </a:lnTo>
                <a:lnTo>
                  <a:pt x="600" y="174625"/>
                </a:lnTo>
                <a:lnTo>
                  <a:pt x="0" y="174625"/>
                </a:lnTo>
                <a:close/>
              </a:path>
            </a:pathLst>
          </a:custGeom>
          <a:solidFill>
            <a:schemeClr val="bg1">
              <a:lumMod val="75000"/>
            </a:schemeClr>
          </a:solidFill>
          <a:ln w="9525">
            <a:no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tx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51" name="Textplatzhalter 50"/>
          <p:cNvSpPr>
            <a:spLocks noGrp="1"/>
          </p:cNvSpPr>
          <p:nvPr>
            <p:ph type="body" sz="quarter" idx="24" hasCustomPrompt="1"/>
          </p:nvPr>
        </p:nvSpPr>
        <p:spPr bwMode="auto">
          <a:xfrm>
            <a:off x="3717383" y="3496301"/>
            <a:ext cx="3035583" cy="249576"/>
          </a:xfrm>
          <a:custGeom>
            <a:avLst/>
            <a:gdLst>
              <a:gd name="connsiteX0" fmla="*/ 0 w 2127053"/>
              <a:gd name="connsiteY0" fmla="*/ 0 h 249576"/>
              <a:gd name="connsiteX1" fmla="*/ 286445 w 2127053"/>
              <a:gd name="connsiteY1" fmla="*/ 0 h 249576"/>
              <a:gd name="connsiteX2" fmla="*/ 1840607 w 2127053"/>
              <a:gd name="connsiteY2" fmla="*/ 0 h 249576"/>
              <a:gd name="connsiteX3" fmla="*/ 2127053 w 2127053"/>
              <a:gd name="connsiteY3" fmla="*/ 0 h 249576"/>
              <a:gd name="connsiteX4" fmla="*/ 2127053 w 2127053"/>
              <a:gd name="connsiteY4" fmla="*/ 179556 h 249576"/>
              <a:gd name="connsiteX5" fmla="*/ 1129625 w 2127053"/>
              <a:gd name="connsiteY5" fmla="*/ 179556 h 249576"/>
              <a:gd name="connsiteX6" fmla="*/ 1063527 w 2127053"/>
              <a:gd name="connsiteY6" fmla="*/ 249576 h 249576"/>
              <a:gd name="connsiteX7" fmla="*/ 997428 w 2127053"/>
              <a:gd name="connsiteY7" fmla="*/ 179556 h 249576"/>
              <a:gd name="connsiteX8" fmla="*/ 0 w 2127053"/>
              <a:gd name="connsiteY8" fmla="*/ 179556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7053" h="249576">
                <a:moveTo>
                  <a:pt x="0" y="0"/>
                </a:moveTo>
                <a:lnTo>
                  <a:pt x="286445" y="0"/>
                </a:lnTo>
                <a:lnTo>
                  <a:pt x="1840607" y="0"/>
                </a:lnTo>
                <a:lnTo>
                  <a:pt x="2127053" y="0"/>
                </a:lnTo>
                <a:lnTo>
                  <a:pt x="2127053" y="179556"/>
                </a:lnTo>
                <a:lnTo>
                  <a:pt x="1129625" y="179556"/>
                </a:lnTo>
                <a:lnTo>
                  <a:pt x="1063527" y="249576"/>
                </a:lnTo>
                <a:lnTo>
                  <a:pt x="997428" y="179556"/>
                </a:lnTo>
                <a:lnTo>
                  <a:pt x="0" y="179556"/>
                </a:lnTo>
                <a:close/>
              </a:path>
            </a:pathLst>
          </a:custGeom>
          <a:solidFill>
            <a:schemeClr val="bg1">
              <a:lumMod val="75000"/>
            </a:schemeClr>
          </a:solidFill>
          <a:ln w="9525">
            <a:solidFill>
              <a:schemeClr val="bg1">
                <a:lumMod val="75000"/>
              </a:schemeClr>
            </a:solid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tx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52" name="Textplatzhalter 51"/>
          <p:cNvSpPr>
            <a:spLocks noGrp="1"/>
          </p:cNvSpPr>
          <p:nvPr>
            <p:ph type="body" sz="quarter" idx="25" hasCustomPrompt="1"/>
          </p:nvPr>
        </p:nvSpPr>
        <p:spPr bwMode="auto">
          <a:xfrm>
            <a:off x="6870317" y="3496301"/>
            <a:ext cx="4611824" cy="249576"/>
          </a:xfrm>
          <a:custGeom>
            <a:avLst/>
            <a:gdLst>
              <a:gd name="connsiteX0" fmla="*/ 0 w 3232150"/>
              <a:gd name="connsiteY0" fmla="*/ 0 h 249576"/>
              <a:gd name="connsiteX1" fmla="*/ 838994 w 3232150"/>
              <a:gd name="connsiteY1" fmla="*/ 0 h 249576"/>
              <a:gd name="connsiteX2" fmla="*/ 2393156 w 3232150"/>
              <a:gd name="connsiteY2" fmla="*/ 0 h 249576"/>
              <a:gd name="connsiteX3" fmla="*/ 3232150 w 3232150"/>
              <a:gd name="connsiteY3" fmla="*/ 0 h 249576"/>
              <a:gd name="connsiteX4" fmla="*/ 3232150 w 3232150"/>
              <a:gd name="connsiteY4" fmla="*/ 179556 h 249576"/>
              <a:gd name="connsiteX5" fmla="*/ 1682174 w 3232150"/>
              <a:gd name="connsiteY5" fmla="*/ 179556 h 249576"/>
              <a:gd name="connsiteX6" fmla="*/ 1616076 w 3232150"/>
              <a:gd name="connsiteY6" fmla="*/ 249576 h 249576"/>
              <a:gd name="connsiteX7" fmla="*/ 1549977 w 3232150"/>
              <a:gd name="connsiteY7" fmla="*/ 179556 h 249576"/>
              <a:gd name="connsiteX8" fmla="*/ 0 w 3232150"/>
              <a:gd name="connsiteY8" fmla="*/ 179556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2150" h="249576">
                <a:moveTo>
                  <a:pt x="0" y="0"/>
                </a:moveTo>
                <a:lnTo>
                  <a:pt x="838994" y="0"/>
                </a:lnTo>
                <a:lnTo>
                  <a:pt x="2393156" y="0"/>
                </a:lnTo>
                <a:lnTo>
                  <a:pt x="3232150" y="0"/>
                </a:lnTo>
                <a:lnTo>
                  <a:pt x="3232150" y="179556"/>
                </a:lnTo>
                <a:lnTo>
                  <a:pt x="1682174" y="179556"/>
                </a:lnTo>
                <a:lnTo>
                  <a:pt x="1616076" y="249576"/>
                </a:lnTo>
                <a:lnTo>
                  <a:pt x="1549977" y="179556"/>
                </a:lnTo>
                <a:lnTo>
                  <a:pt x="0" y="179556"/>
                </a:lnTo>
                <a:close/>
              </a:path>
            </a:pathLst>
          </a:custGeom>
          <a:solidFill>
            <a:schemeClr val="bg1">
              <a:lumMod val="75000"/>
            </a:schemeClr>
          </a:solidFill>
          <a:ln w="9525">
            <a:solidFill>
              <a:schemeClr val="bg1">
                <a:lumMod val="75000"/>
              </a:schemeClr>
            </a:solid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tx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53" name="Textplatzhalter 52"/>
          <p:cNvSpPr>
            <a:spLocks noGrp="1"/>
          </p:cNvSpPr>
          <p:nvPr>
            <p:ph type="body" sz="quarter" idx="26" hasCustomPrompt="1"/>
          </p:nvPr>
        </p:nvSpPr>
        <p:spPr bwMode="auto">
          <a:xfrm>
            <a:off x="1382003" y="3999265"/>
            <a:ext cx="10109201" cy="249576"/>
          </a:xfrm>
          <a:custGeom>
            <a:avLst/>
            <a:gdLst>
              <a:gd name="connsiteX0" fmla="*/ 0 w 7091363"/>
              <a:gd name="connsiteY0" fmla="*/ 0 h 249576"/>
              <a:gd name="connsiteX1" fmla="*/ 2768600 w 7091363"/>
              <a:gd name="connsiteY1" fmla="*/ 0 h 249576"/>
              <a:gd name="connsiteX2" fmla="*/ 4322762 w 7091363"/>
              <a:gd name="connsiteY2" fmla="*/ 0 h 249576"/>
              <a:gd name="connsiteX3" fmla="*/ 7091363 w 7091363"/>
              <a:gd name="connsiteY3" fmla="*/ 0 h 249576"/>
              <a:gd name="connsiteX4" fmla="*/ 7091363 w 7091363"/>
              <a:gd name="connsiteY4" fmla="*/ 179556 h 249576"/>
              <a:gd name="connsiteX5" fmla="*/ 3611780 w 7091363"/>
              <a:gd name="connsiteY5" fmla="*/ 179556 h 249576"/>
              <a:gd name="connsiteX6" fmla="*/ 3545682 w 7091363"/>
              <a:gd name="connsiteY6" fmla="*/ 249576 h 249576"/>
              <a:gd name="connsiteX7" fmla="*/ 3479583 w 7091363"/>
              <a:gd name="connsiteY7" fmla="*/ 179556 h 249576"/>
              <a:gd name="connsiteX8" fmla="*/ 0 w 7091363"/>
              <a:gd name="connsiteY8" fmla="*/ 179556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91363" h="249576">
                <a:moveTo>
                  <a:pt x="0" y="0"/>
                </a:moveTo>
                <a:lnTo>
                  <a:pt x="2768600" y="0"/>
                </a:lnTo>
                <a:lnTo>
                  <a:pt x="4322762" y="0"/>
                </a:lnTo>
                <a:lnTo>
                  <a:pt x="7091363" y="0"/>
                </a:lnTo>
                <a:lnTo>
                  <a:pt x="7091363" y="179556"/>
                </a:lnTo>
                <a:lnTo>
                  <a:pt x="3611780" y="179556"/>
                </a:lnTo>
                <a:lnTo>
                  <a:pt x="3545682" y="249576"/>
                </a:lnTo>
                <a:lnTo>
                  <a:pt x="3479583" y="179556"/>
                </a:lnTo>
                <a:lnTo>
                  <a:pt x="0" y="179556"/>
                </a:lnTo>
                <a:close/>
              </a:path>
            </a:pathLst>
          </a:custGeom>
          <a:solidFill>
            <a:schemeClr val="bg1">
              <a:lumMod val="75000"/>
            </a:schemeClr>
          </a:solidFill>
          <a:ln w="9525">
            <a:solidFill>
              <a:schemeClr val="bg1">
                <a:lumMod val="75000"/>
              </a:schemeClr>
            </a:solid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tx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56" name="Freihandform 78"/>
          <p:cNvSpPr txBox="1">
            <a:spLocks/>
          </p:cNvSpPr>
          <p:nvPr userDrawn="1"/>
        </p:nvSpPr>
        <p:spPr bwMode="auto">
          <a:xfrm>
            <a:off x="1370051" y="4585216"/>
            <a:ext cx="10112090" cy="179556"/>
          </a:xfrm>
          <a:custGeom>
            <a:avLst/>
            <a:gdLst>
              <a:gd name="connsiteX0" fmla="*/ 0 w 7091362"/>
              <a:gd name="connsiteY0" fmla="*/ 0 h 179556"/>
              <a:gd name="connsiteX1" fmla="*/ 7091362 w 7091362"/>
              <a:gd name="connsiteY1" fmla="*/ 0 h 179556"/>
              <a:gd name="connsiteX2" fmla="*/ 7091362 w 7091362"/>
              <a:gd name="connsiteY2" fmla="*/ 179556 h 179556"/>
              <a:gd name="connsiteX3" fmla="*/ 3605228 w 7091362"/>
              <a:gd name="connsiteY3" fmla="*/ 179556 h 179556"/>
              <a:gd name="connsiteX4" fmla="*/ 3538536 w 7091362"/>
              <a:gd name="connsiteY4" fmla="*/ 103854 h 179556"/>
              <a:gd name="connsiteX5" fmla="*/ 3471843 w 7091362"/>
              <a:gd name="connsiteY5" fmla="*/ 179556 h 179556"/>
              <a:gd name="connsiteX6" fmla="*/ 0 w 7091362"/>
              <a:gd name="connsiteY6" fmla="*/ 179556 h 179556"/>
              <a:gd name="connsiteX7" fmla="*/ 0 w 7091362"/>
              <a:gd name="connsiteY7" fmla="*/ 0 h 17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91362" h="179556">
                <a:moveTo>
                  <a:pt x="0" y="0"/>
                </a:moveTo>
                <a:lnTo>
                  <a:pt x="7091362" y="0"/>
                </a:lnTo>
                <a:lnTo>
                  <a:pt x="7091362" y="179556"/>
                </a:lnTo>
                <a:lnTo>
                  <a:pt x="3605228" y="179556"/>
                </a:lnTo>
                <a:lnTo>
                  <a:pt x="3538536" y="103854"/>
                </a:lnTo>
                <a:lnTo>
                  <a:pt x="3471843" y="179556"/>
                </a:lnTo>
                <a:lnTo>
                  <a:pt x="0" y="179556"/>
                </a:lnTo>
                <a:lnTo>
                  <a:pt x="0" y="0"/>
                </a:lnTo>
                <a:close/>
              </a:path>
            </a:pathLst>
          </a:custGeom>
          <a:solidFill>
            <a:schemeClr val="bg1">
              <a:lumMod val="75000"/>
            </a:schemeClr>
          </a:solidFill>
          <a:ln w="9525">
            <a:solidFill>
              <a:schemeClr val="bg1">
                <a:lumMod val="75000"/>
              </a:schemeClr>
            </a:solidFill>
            <a:miter lim="800000"/>
            <a:headEnd/>
            <a:tailEnd/>
          </a:ln>
        </p:spPr>
        <p:txBody>
          <a:bodyPr vert="horz" wrap="square" lIns="91440" tIns="45720" rIns="91440" bIns="45720" numCol="1" anchor="t" anchorCtr="0" compatLnSpc="1">
            <a:prstTxWarp prst="textNoShape">
              <a:avLst/>
            </a:prstTxWarp>
            <a:noAutofit/>
          </a:bodyPr>
          <a:lstStyle>
            <a:lvl1pPr marL="0" marR="0" indent="0" algn="ctr" defTabSz="914400" rtl="0" eaLnBrk="0" fontAlgn="base" latinLnBrk="0" hangingPunct="0">
              <a:lnSpc>
                <a:spcPts val="900"/>
              </a:lnSpc>
              <a:spcBef>
                <a:spcPts val="0"/>
              </a:spcBef>
              <a:spcAft>
                <a:spcPts val="0"/>
              </a:spcAft>
              <a:buClrTx/>
              <a:buSzTx/>
              <a:buFontTx/>
              <a:buNone/>
              <a:tabLst/>
              <a:defRPr sz="1800" baseline="0">
                <a:solidFill>
                  <a:schemeClr val="tx1"/>
                </a:solidFill>
                <a:latin typeface="+mn-lt"/>
                <a:ea typeface="+mn-ea"/>
                <a:cs typeface="+mn-cs"/>
              </a:defRPr>
            </a:lvl1pPr>
            <a:lvl2pPr marL="808038" indent="-285750"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2pPr>
            <a:lvl3pPr marL="1257300" indent="-258763"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3pPr>
            <a:lvl4pPr marL="1704975" indent="-287338"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4pPr>
            <a:lvl5pPr marL="2152650" indent="-315913"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5pPr>
            <a:lvl6pPr marL="25225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6pPr>
            <a:lvl7pPr marL="29797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7pPr>
            <a:lvl8pPr marL="34369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8pPr>
            <a:lvl9pPr marL="38941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9pPr>
          </a:lstStyle>
          <a:p>
            <a:r>
              <a:rPr lang="de-DE" sz="1000" kern="0">
                <a:solidFill>
                  <a:schemeClr val="bg1"/>
                </a:solidFill>
                <a:latin typeface="Tahoma" charset="0"/>
                <a:ea typeface="ＭＳ Ｐゴシック" charset="-128"/>
              </a:rPr>
              <a:t> </a:t>
            </a:r>
          </a:p>
        </p:txBody>
      </p:sp>
      <p:sp>
        <p:nvSpPr>
          <p:cNvPr id="15" name="Fußzeilenplatzhalter 4"/>
          <p:cNvSpPr>
            <a:spLocks noGrp="1"/>
          </p:cNvSpPr>
          <p:nvPr>
            <p:ph type="ftr" sz="quarter" idx="3"/>
          </p:nvPr>
        </p:nvSpPr>
        <p:spPr>
          <a:xfrm>
            <a:off x="422639" y="6446837"/>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2437143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yout FB Informatik - Tabellenvorlage 2">
    <p:spTree>
      <p:nvGrpSpPr>
        <p:cNvPr id="1" name=""/>
        <p:cNvGrpSpPr/>
        <p:nvPr/>
      </p:nvGrpSpPr>
      <p:grpSpPr>
        <a:xfrm>
          <a:off x="0" y="0"/>
          <a:ext cx="0" cy="0"/>
          <a:chOff x="0" y="0"/>
          <a:chExt cx="0" cy="0"/>
        </a:xfrm>
      </p:grpSpPr>
      <p:sp>
        <p:nvSpPr>
          <p:cNvPr id="2" name="Titel 1"/>
          <p:cNvSpPr>
            <a:spLocks noGrp="1"/>
          </p:cNvSpPr>
          <p:nvPr userDrawn="1">
            <p:ph type="title" hasCustomPrompt="1"/>
          </p:nvPr>
        </p:nvSpPr>
        <p:spPr>
          <a:xfrm>
            <a:off x="1272558" y="611188"/>
            <a:ext cx="10206300" cy="685800"/>
          </a:xfrm>
        </p:spPr>
        <p:txBody>
          <a:bodyPr/>
          <a:lstStyle/>
          <a:p>
            <a:r>
              <a:rPr lang="de-DE"/>
              <a:t>Titelmasterformat durch Klicken bearbeiten</a:t>
            </a:r>
          </a:p>
        </p:txBody>
      </p:sp>
      <p:sp>
        <p:nvSpPr>
          <p:cNvPr id="41" name="Datumsplatzhalter 3"/>
          <p:cNvSpPr>
            <a:spLocks noGrp="1"/>
          </p:cNvSpPr>
          <p:nvPr userDrawn="1">
            <p:ph type="dt" sz="half" idx="2"/>
          </p:nvPr>
        </p:nvSpPr>
        <p:spPr>
          <a:xfrm>
            <a:off x="10077938" y="6448154"/>
            <a:ext cx="1485704" cy="365125"/>
          </a:xfrm>
          <a:prstGeom prst="rect">
            <a:avLst/>
          </a:prstGeom>
        </p:spPr>
        <p:txBody>
          <a:bodyPr/>
          <a:lstStyle>
            <a:lvl1pPr algn="r">
              <a:defRPr sz="800">
                <a:solidFill>
                  <a:schemeClr val="bg1"/>
                </a:solidFill>
              </a:defRPr>
            </a:lvl1pPr>
          </a:lstStyle>
          <a:p>
            <a:r>
              <a:rPr lang="de-DE"/>
              <a:t>21.02.2014</a:t>
            </a:r>
          </a:p>
        </p:txBody>
      </p:sp>
      <p:sp>
        <p:nvSpPr>
          <p:cNvPr id="35" name="Textplatzhalter 6"/>
          <p:cNvSpPr>
            <a:spLocks noGrp="1"/>
          </p:cNvSpPr>
          <p:nvPr>
            <p:ph type="body" sz="quarter" idx="28" hasCustomPrompt="1"/>
          </p:nvPr>
        </p:nvSpPr>
        <p:spPr>
          <a:xfrm>
            <a:off x="3983173" y="3729962"/>
            <a:ext cx="7497273" cy="408781"/>
          </a:xfrm>
          <a:solidFill>
            <a:schemeClr val="accent1">
              <a:lumMod val="20000"/>
              <a:lumOff val="80000"/>
            </a:schemeClr>
          </a:solidFill>
        </p:spPr>
        <p:txBody>
          <a:bodyPr anchor="t"/>
          <a:lstStyle>
            <a:lvl1pPr marL="108000" indent="0" rtl="0">
              <a:lnSpc>
                <a:spcPct val="100000"/>
              </a:lnSpc>
              <a:buNone/>
              <a:defRPr sz="1000" b="0">
                <a:solidFill>
                  <a:schemeClr val="tx1"/>
                </a:solidFill>
              </a:defRPr>
            </a:lvl1pPr>
          </a:lstStyle>
          <a:p>
            <a:pPr marL="108000" rtl="0"/>
            <a:r>
              <a:rPr lang="de-DE" sz="1000" b="0" i="0" u="none" strike="noStrike" kern="1200" baseline="0" err="1">
                <a:solidFill>
                  <a:schemeClr val="tx1"/>
                </a:solidFill>
                <a:latin typeface="Tahoma" charset="0"/>
                <a:ea typeface="ＭＳ Ｐゴシック" charset="-128"/>
                <a:cs typeface="+mn-cs"/>
              </a:rPr>
              <a:t>Aenean</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lacinia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bibendum</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nulla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sed</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consectetur</a:t>
            </a:r>
            <a:r>
              <a:rPr lang="de-DE" sz="1000" b="0" i="0" u="none" strike="noStrike" kern="1200" baseline="0">
                <a:solidFill>
                  <a:schemeClr val="tx1"/>
                </a:solidFill>
                <a:latin typeface="Tahoma" charset="0"/>
                <a:ea typeface="ＭＳ Ｐゴシック" charset="-128"/>
                <a:cs typeface="+mn-cs"/>
              </a:rPr>
              <a:t>. Maecenas </a:t>
            </a:r>
            <a:r>
              <a:rPr lang="de-DE" sz="1000" b="0" i="0" u="none" strike="noStrike" kern="1200" baseline="0" err="1">
                <a:solidFill>
                  <a:schemeClr val="tx1"/>
                </a:solidFill>
                <a:latin typeface="Tahoma" charset="0"/>
                <a:ea typeface="ＭＳ Ｐゴシック" charset="-128"/>
                <a:cs typeface="+mn-cs"/>
              </a:rPr>
              <a:t>sed</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diam</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eget</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risus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varius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blandit</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sit</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amet</a:t>
            </a:r>
            <a:r>
              <a:rPr lang="de-DE" sz="1000" b="0" i="0" u="none" strike="noStrike" kern="1200" baseline="0">
                <a:solidFill>
                  <a:schemeClr val="tx1"/>
                </a:solidFill>
                <a:latin typeface="Tahoma" charset="0"/>
                <a:ea typeface="ＭＳ Ｐゴシック" charset="-128"/>
                <a:cs typeface="+mn-cs"/>
              </a:rPr>
              <a:t> non magna</a:t>
            </a:r>
          </a:p>
        </p:txBody>
      </p:sp>
      <p:sp>
        <p:nvSpPr>
          <p:cNvPr id="40" name="Textplatzhalter 6"/>
          <p:cNvSpPr>
            <a:spLocks noGrp="1"/>
          </p:cNvSpPr>
          <p:nvPr>
            <p:ph type="body" sz="quarter" idx="24" hasCustomPrompt="1"/>
          </p:nvPr>
        </p:nvSpPr>
        <p:spPr>
          <a:xfrm>
            <a:off x="4078951" y="2028431"/>
            <a:ext cx="7401495" cy="408781"/>
          </a:xfrm>
          <a:solidFill>
            <a:schemeClr val="bg1"/>
          </a:solidFill>
        </p:spPr>
        <p:txBody>
          <a:bodyPr anchor="t"/>
          <a:lstStyle>
            <a:lvl1pPr marL="0" indent="0" rtl="0">
              <a:lnSpc>
                <a:spcPct val="100000"/>
              </a:lnSpc>
              <a:buNone/>
              <a:defRPr sz="1000" b="0">
                <a:solidFill>
                  <a:schemeClr val="tx1"/>
                </a:solidFill>
              </a:defRPr>
            </a:lvl1pPr>
          </a:lstStyle>
          <a:p>
            <a:pPr rtl="0"/>
            <a:r>
              <a:rPr lang="de-DE" sz="1000" b="0" i="0" u="none" strike="noStrike" kern="1200" baseline="0" err="1">
                <a:solidFill>
                  <a:schemeClr val="tx1"/>
                </a:solidFill>
                <a:latin typeface="Tahoma" charset="0"/>
                <a:ea typeface="ＭＳ Ｐゴシック" charset="-128"/>
                <a:cs typeface="+mn-cs"/>
              </a:rPr>
              <a:t>Nulla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vitae</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elit</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libero</a:t>
            </a:r>
            <a:r>
              <a:rPr lang="de-DE" sz="1000" b="0" i="0" u="none" strike="noStrike" kern="1200" baseline="0">
                <a:solidFill>
                  <a:schemeClr val="tx1"/>
                </a:solidFill>
                <a:latin typeface="Tahoma" charset="0"/>
                <a:ea typeface="ＭＳ Ｐゴシック" charset="-128"/>
                <a:cs typeface="+mn-cs"/>
              </a:rPr>
              <a:t>, a </a:t>
            </a:r>
            <a:r>
              <a:rPr lang="de-DE" sz="1000" b="0" i="0" u="none" strike="noStrike" kern="1200" baseline="0" err="1">
                <a:solidFill>
                  <a:schemeClr val="tx1"/>
                </a:solidFill>
                <a:latin typeface="Tahoma" charset="0"/>
                <a:ea typeface="ＭＳ Ｐゴシック" charset="-128"/>
                <a:cs typeface="+mn-cs"/>
              </a:rPr>
              <a:t>pharetra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augue</a:t>
            </a:r>
            <a:endParaRPr lang="de-DE" sz="1000" b="0" i="0" u="none" strike="noStrike" kern="1200" baseline="0">
              <a:solidFill>
                <a:schemeClr val="tx1"/>
              </a:solidFill>
              <a:latin typeface="Tahoma" charset="0"/>
              <a:ea typeface="ＭＳ Ｐゴシック" charset="-128"/>
              <a:cs typeface="+mn-cs"/>
            </a:endParaRPr>
          </a:p>
        </p:txBody>
      </p:sp>
      <p:sp>
        <p:nvSpPr>
          <p:cNvPr id="42" name="Textplatzhalter 6"/>
          <p:cNvSpPr>
            <a:spLocks noGrp="1"/>
          </p:cNvSpPr>
          <p:nvPr>
            <p:ph type="body" sz="quarter" idx="25" hasCustomPrompt="1"/>
          </p:nvPr>
        </p:nvSpPr>
        <p:spPr>
          <a:xfrm>
            <a:off x="4078951" y="2454677"/>
            <a:ext cx="7401495" cy="408781"/>
          </a:xfrm>
          <a:solidFill>
            <a:schemeClr val="bg1"/>
          </a:solidFill>
        </p:spPr>
        <p:txBody>
          <a:bodyPr anchor="t"/>
          <a:lstStyle>
            <a:lvl1pPr marL="0" indent="0" rtl="0">
              <a:lnSpc>
                <a:spcPct val="100000"/>
              </a:lnSpc>
              <a:buNone/>
              <a:defRPr sz="1000" b="0">
                <a:solidFill>
                  <a:schemeClr val="tx1"/>
                </a:solidFill>
              </a:defRPr>
            </a:lvl1pPr>
          </a:lstStyle>
          <a:p>
            <a:pPr rtl="0"/>
            <a:r>
              <a:rPr lang="de-DE" sz="1000" b="0" i="0" u="none" strike="noStrike" kern="1200" baseline="0" err="1">
                <a:solidFill>
                  <a:schemeClr val="tx1"/>
                </a:solidFill>
                <a:latin typeface="Tahoma" charset="0"/>
                <a:ea typeface="ＭＳ Ｐゴシック" charset="-128"/>
                <a:cs typeface="+mn-cs"/>
              </a:rPr>
              <a:t>Nullam</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quis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risus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eget</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urna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mollis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ornare</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vel</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eu</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leo</a:t>
            </a:r>
            <a:r>
              <a:rPr lang="de-DE" sz="1000" b="0" i="0" u="none" strike="noStrike" kern="1200" baseline="0">
                <a:solidFill>
                  <a:schemeClr val="tx1"/>
                </a:solidFill>
                <a:latin typeface="Tahoma" charset="0"/>
                <a:ea typeface="ＭＳ Ｐゴシック" charset="-128"/>
                <a:cs typeface="+mn-cs"/>
              </a:rPr>
              <a:t>. Morbi </a:t>
            </a:r>
            <a:r>
              <a:rPr lang="de-DE" sz="1000" b="0" i="0" u="none" strike="noStrike" kern="1200" baseline="0" err="1">
                <a:solidFill>
                  <a:schemeClr val="tx1"/>
                </a:solidFill>
                <a:latin typeface="Tahoma" charset="0"/>
                <a:ea typeface="ＭＳ Ｐゴシック" charset="-128"/>
                <a:cs typeface="+mn-cs"/>
              </a:rPr>
              <a:t>leo</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risus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porta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ac</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consectetur</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ac</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vestibulum</a:t>
            </a:r>
            <a:r>
              <a:rPr lang="de-DE" sz="1000" b="0" i="0" u="none" strike="noStrike" kern="1200" baseline="0">
                <a:solidFill>
                  <a:schemeClr val="tx1"/>
                </a:solidFill>
                <a:latin typeface="Tahoma" charset="0"/>
                <a:ea typeface="ＭＳ Ｐゴシック" charset="-128"/>
                <a:cs typeface="+mn-cs"/>
              </a:rPr>
              <a:t> at </a:t>
            </a:r>
            <a:r>
              <a:rPr lang="de-DE" sz="1000" b="0" i="0" u="none" strike="noStrike" kern="1200" baseline="0" err="1">
                <a:solidFill>
                  <a:schemeClr val="tx1"/>
                </a:solidFill>
                <a:latin typeface="Tahoma" charset="0"/>
                <a:ea typeface="ＭＳ Ｐゴシック" charset="-128"/>
                <a:cs typeface="+mn-cs"/>
              </a:rPr>
              <a:t>eros</a:t>
            </a:r>
            <a:endParaRPr lang="de-DE" sz="1000" b="0" i="0" u="none" strike="noStrike" kern="1200" baseline="0">
              <a:solidFill>
                <a:schemeClr val="tx1"/>
              </a:solidFill>
              <a:latin typeface="Tahoma" charset="0"/>
              <a:ea typeface="ＭＳ Ｐゴシック" charset="-128"/>
              <a:cs typeface="+mn-cs"/>
            </a:endParaRPr>
          </a:p>
        </p:txBody>
      </p:sp>
      <p:sp>
        <p:nvSpPr>
          <p:cNvPr id="43" name="Textplatzhalter 6"/>
          <p:cNvSpPr>
            <a:spLocks noGrp="1"/>
          </p:cNvSpPr>
          <p:nvPr>
            <p:ph type="body" sz="quarter" idx="26" hasCustomPrompt="1"/>
          </p:nvPr>
        </p:nvSpPr>
        <p:spPr>
          <a:xfrm>
            <a:off x="4078951" y="2880259"/>
            <a:ext cx="7401495" cy="408781"/>
          </a:xfrm>
          <a:solidFill>
            <a:schemeClr val="bg1"/>
          </a:solidFill>
        </p:spPr>
        <p:txBody>
          <a:bodyPr anchor="t"/>
          <a:lstStyle>
            <a:lvl1pPr marL="0" indent="0" rtl="0">
              <a:lnSpc>
                <a:spcPct val="100000"/>
              </a:lnSpc>
              <a:buNone/>
              <a:defRPr sz="1000" b="0">
                <a:solidFill>
                  <a:schemeClr val="tx1"/>
                </a:solidFill>
              </a:defRPr>
            </a:lvl1pPr>
          </a:lstStyle>
          <a:p>
            <a:pPr rtl="0"/>
            <a:r>
              <a:rPr lang="de-DE" sz="1000" b="0" i="0" u="none" strike="noStrike" kern="1200" baseline="0">
                <a:solidFill>
                  <a:schemeClr val="tx1"/>
                </a:solidFill>
                <a:latin typeface="Tahoma" charset="0"/>
                <a:ea typeface="ＭＳ Ｐゴシック" charset="-128"/>
                <a:cs typeface="+mn-cs"/>
              </a:rPr>
              <a:t>Vestibulum </a:t>
            </a:r>
            <a:r>
              <a:rPr lang="de-DE" sz="1000" b="0" i="0" u="none" strike="noStrike" kern="1200" baseline="0" err="1">
                <a:solidFill>
                  <a:schemeClr val="tx1"/>
                </a:solidFill>
                <a:latin typeface="Tahoma" charset="0"/>
                <a:ea typeface="ＭＳ Ｐゴシック" charset="-128"/>
                <a:cs typeface="+mn-cs"/>
              </a:rPr>
              <a:t>id</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ligula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porta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felis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euismod</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semper</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Fusce</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dapibus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tellus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ac</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cursus</a:t>
            </a:r>
            <a:r>
              <a:rPr lang="de-DE" sz="1000" b="0" i="0" u="none" strike="noStrike" kern="1200" baseline="0">
                <a:solidFill>
                  <a:schemeClr val="tx1"/>
                </a:solidFill>
                <a:latin typeface="Tahoma" charset="0"/>
                <a:ea typeface="ＭＳ Ｐゴシック" charset="-128"/>
                <a:cs typeface="+mn-cs"/>
              </a:rPr>
              <a:t> commodo</a:t>
            </a:r>
          </a:p>
        </p:txBody>
      </p:sp>
      <p:sp>
        <p:nvSpPr>
          <p:cNvPr id="44" name="Textplatzhalter 6"/>
          <p:cNvSpPr>
            <a:spLocks noGrp="1"/>
          </p:cNvSpPr>
          <p:nvPr>
            <p:ph type="body" sz="quarter" idx="27" hasCustomPrompt="1"/>
          </p:nvPr>
        </p:nvSpPr>
        <p:spPr>
          <a:xfrm>
            <a:off x="4078951" y="3305518"/>
            <a:ext cx="7401494" cy="408781"/>
          </a:xfrm>
          <a:solidFill>
            <a:schemeClr val="bg1"/>
          </a:solidFill>
        </p:spPr>
        <p:txBody>
          <a:bodyPr anchor="t"/>
          <a:lstStyle>
            <a:lvl1pPr marL="0" indent="0" rtl="0">
              <a:lnSpc>
                <a:spcPct val="100000"/>
              </a:lnSpc>
              <a:buNone/>
              <a:defRPr sz="1000" b="0">
                <a:solidFill>
                  <a:schemeClr val="tx1"/>
                </a:solidFill>
              </a:defRPr>
            </a:lvl1pPr>
          </a:lstStyle>
          <a:p>
            <a:pPr marL="0" rtl="0"/>
            <a:r>
              <a:rPr lang="de-DE" sz="1000" b="0" i="0" u="none" strike="noStrike" kern="1200" baseline="0" err="1">
                <a:solidFill>
                  <a:schemeClr val="tx1"/>
                </a:solidFill>
                <a:latin typeface="Tahoma" charset="0"/>
                <a:ea typeface="ＭＳ Ｐゴシック" charset="-128"/>
                <a:cs typeface="+mn-cs"/>
              </a:rPr>
              <a:t>Lorem</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ipsum</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dolor</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sit</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amet</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consectetur</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adipiscing</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elit</a:t>
            </a:r>
            <a:endParaRPr lang="de-DE" sz="1000" b="0" i="0" u="none" strike="noStrike" kern="1200" baseline="0">
              <a:solidFill>
                <a:schemeClr val="tx1"/>
              </a:solidFill>
              <a:latin typeface="Tahoma" charset="0"/>
              <a:ea typeface="ＭＳ Ｐゴシック" charset="-128"/>
              <a:cs typeface="+mn-cs"/>
            </a:endParaRPr>
          </a:p>
        </p:txBody>
      </p:sp>
      <p:sp>
        <p:nvSpPr>
          <p:cNvPr id="45" name="Textplatzhalter 44"/>
          <p:cNvSpPr>
            <a:spLocks noGrp="1"/>
          </p:cNvSpPr>
          <p:nvPr>
            <p:ph type="body" sz="quarter" idx="18" hasCustomPrompt="1"/>
          </p:nvPr>
        </p:nvSpPr>
        <p:spPr bwMode="auto">
          <a:xfrm>
            <a:off x="1381352" y="2870335"/>
            <a:ext cx="2689792" cy="408781"/>
          </a:xfrm>
          <a:custGeom>
            <a:avLst/>
            <a:gdLst>
              <a:gd name="connsiteX0" fmla="*/ 0 w 2036762"/>
              <a:gd name="connsiteY0" fmla="*/ 0 h 408781"/>
              <a:gd name="connsiteX1" fmla="*/ 1962150 w 2036762"/>
              <a:gd name="connsiteY1" fmla="*/ 0 h 408781"/>
              <a:gd name="connsiteX2" fmla="*/ 1962150 w 2036762"/>
              <a:gd name="connsiteY2" fmla="*/ 120387 h 408781"/>
              <a:gd name="connsiteX3" fmla="*/ 1962150 w 2036762"/>
              <a:gd name="connsiteY3" fmla="*/ 141629 h 408781"/>
              <a:gd name="connsiteX4" fmla="*/ 2036762 w 2036762"/>
              <a:gd name="connsiteY4" fmla="*/ 204390 h 408781"/>
              <a:gd name="connsiteX5" fmla="*/ 1962150 w 2036762"/>
              <a:gd name="connsiteY5" fmla="*/ 267151 h 408781"/>
              <a:gd name="connsiteX6" fmla="*/ 1962150 w 2036762"/>
              <a:gd name="connsiteY6" fmla="*/ 301362 h 408781"/>
              <a:gd name="connsiteX7" fmla="*/ 1962150 w 2036762"/>
              <a:gd name="connsiteY7" fmla="*/ 408781 h 408781"/>
              <a:gd name="connsiteX8" fmla="*/ 0 w 2036762"/>
              <a:gd name="connsiteY8" fmla="*/ 408781 h 40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6762" h="408781">
                <a:moveTo>
                  <a:pt x="0" y="0"/>
                </a:moveTo>
                <a:lnTo>
                  <a:pt x="1962150" y="0"/>
                </a:lnTo>
                <a:lnTo>
                  <a:pt x="1962150" y="120387"/>
                </a:lnTo>
                <a:lnTo>
                  <a:pt x="1962150" y="141629"/>
                </a:lnTo>
                <a:lnTo>
                  <a:pt x="2036762" y="204390"/>
                </a:lnTo>
                <a:lnTo>
                  <a:pt x="1962150" y="267151"/>
                </a:lnTo>
                <a:lnTo>
                  <a:pt x="1962150" y="301362"/>
                </a:lnTo>
                <a:lnTo>
                  <a:pt x="1962150" y="408781"/>
                </a:lnTo>
                <a:lnTo>
                  <a:pt x="0" y="408781"/>
                </a:lnTo>
                <a:close/>
              </a:path>
            </a:pathLst>
          </a:custGeom>
          <a:solidFill>
            <a:schemeClr val="accent1">
              <a:lumMod val="20000"/>
              <a:lumOff val="80000"/>
            </a:schemeClr>
          </a:solidFill>
          <a:ln w="9525">
            <a:noFill/>
            <a:miter lim="800000"/>
            <a:headEnd/>
            <a:tailEnd/>
          </a:ln>
        </p:spPr>
        <p:txBody>
          <a:bodyPr wrap="square" anchor="t">
            <a:noAutofit/>
          </a:bodyPr>
          <a:lstStyle>
            <a:lvl1pPr marL="0" indent="0">
              <a:lnSpc>
                <a:spcPct val="100000"/>
              </a:lnSpc>
              <a:spcBef>
                <a:spcPts val="0"/>
              </a:spcBef>
              <a:buNone/>
              <a:defRPr sz="1000" b="0" baseline="0">
                <a:solidFill>
                  <a:schemeClr val="tx1"/>
                </a:solidFill>
              </a:defRPr>
            </a:lvl1pPr>
          </a:lstStyle>
          <a:p>
            <a:pPr lvl="0"/>
            <a:r>
              <a:rPr lang="de-DE"/>
              <a:t>Medizininformatik (B. Sc.)</a:t>
            </a:r>
          </a:p>
        </p:txBody>
      </p:sp>
      <p:sp>
        <p:nvSpPr>
          <p:cNvPr id="46" name="SmartArt-Platzhalter 45"/>
          <p:cNvSpPr>
            <a:spLocks noGrp="1"/>
          </p:cNvSpPr>
          <p:nvPr>
            <p:ph type="dgm" sz="quarter" idx="14" hasCustomPrompt="1"/>
          </p:nvPr>
        </p:nvSpPr>
        <p:spPr bwMode="auto">
          <a:xfrm>
            <a:off x="1387702" y="2433374"/>
            <a:ext cx="2592000" cy="8467"/>
          </a:xfrm>
          <a:custGeom>
            <a:avLst/>
            <a:gdLst>
              <a:gd name="connsiteX0" fmla="*/ 0 w 1944000"/>
              <a:gd name="connsiteY0" fmla="*/ 0 h 8467"/>
              <a:gd name="connsiteX1" fmla="*/ 1944000 w 1944000"/>
              <a:gd name="connsiteY1" fmla="*/ 0 h 8467"/>
              <a:gd name="connsiteX2" fmla="*/ 1944000 w 1944000"/>
              <a:gd name="connsiteY2" fmla="*/ 8467 h 8467"/>
              <a:gd name="connsiteX3" fmla="*/ 0 w 1944000"/>
              <a:gd name="connsiteY3" fmla="*/ 8467 h 8467"/>
            </a:gdLst>
            <a:ahLst/>
            <a:cxnLst>
              <a:cxn ang="0">
                <a:pos x="connsiteX0" y="connsiteY0"/>
              </a:cxn>
              <a:cxn ang="0">
                <a:pos x="connsiteX1" y="connsiteY1"/>
              </a:cxn>
              <a:cxn ang="0">
                <a:pos x="connsiteX2" y="connsiteY2"/>
              </a:cxn>
              <a:cxn ang="0">
                <a:pos x="connsiteX3" y="connsiteY3"/>
              </a:cxn>
            </a:cxnLst>
            <a:rect l="l" t="t" r="r" b="b"/>
            <a:pathLst>
              <a:path w="1944000" h="8467">
                <a:moveTo>
                  <a:pt x="0" y="0"/>
                </a:moveTo>
                <a:lnTo>
                  <a:pt x="1944000" y="0"/>
                </a:lnTo>
                <a:lnTo>
                  <a:pt x="1944000" y="8467"/>
                </a:lnTo>
                <a:lnTo>
                  <a:pt x="0" y="8467"/>
                </a:lnTo>
                <a:close/>
              </a:path>
            </a:pathLst>
          </a:custGeom>
          <a:noFill/>
          <a:ln w="9525">
            <a:solidFill>
              <a:schemeClr val="tx1">
                <a:alpha val="95000"/>
              </a:schemeClr>
            </a:solidFill>
            <a:miter lim="800000"/>
            <a:headEnd/>
            <a:tailEnd/>
          </a:ln>
        </p:spPr>
        <p:txBody>
          <a:bodyPr wrap="square">
            <a:noAutofit/>
          </a:bodyPr>
          <a:lstStyle>
            <a:lvl1pPr marL="0" indent="0">
              <a:buNone/>
              <a:defRPr/>
            </a:lvl1pPr>
          </a:lstStyle>
          <a:p>
            <a:r>
              <a:rPr lang="de-DE"/>
              <a:t> </a:t>
            </a:r>
          </a:p>
        </p:txBody>
      </p:sp>
      <p:sp>
        <p:nvSpPr>
          <p:cNvPr id="47" name="SmartArt-Platzhalter 46"/>
          <p:cNvSpPr>
            <a:spLocks noGrp="1"/>
          </p:cNvSpPr>
          <p:nvPr>
            <p:ph type="dgm" sz="quarter" idx="19" hasCustomPrompt="1"/>
          </p:nvPr>
        </p:nvSpPr>
        <p:spPr bwMode="auto">
          <a:xfrm>
            <a:off x="1384527" y="2850790"/>
            <a:ext cx="2592000" cy="8467"/>
          </a:xfrm>
          <a:custGeom>
            <a:avLst/>
            <a:gdLst>
              <a:gd name="connsiteX0" fmla="*/ 0 w 1944000"/>
              <a:gd name="connsiteY0" fmla="*/ 0 h 8467"/>
              <a:gd name="connsiteX1" fmla="*/ 1944000 w 1944000"/>
              <a:gd name="connsiteY1" fmla="*/ 0 h 8467"/>
              <a:gd name="connsiteX2" fmla="*/ 1944000 w 1944000"/>
              <a:gd name="connsiteY2" fmla="*/ 8467 h 8467"/>
              <a:gd name="connsiteX3" fmla="*/ 0 w 1944000"/>
              <a:gd name="connsiteY3" fmla="*/ 8467 h 8467"/>
            </a:gdLst>
            <a:ahLst/>
            <a:cxnLst>
              <a:cxn ang="0">
                <a:pos x="connsiteX0" y="connsiteY0"/>
              </a:cxn>
              <a:cxn ang="0">
                <a:pos x="connsiteX1" y="connsiteY1"/>
              </a:cxn>
              <a:cxn ang="0">
                <a:pos x="connsiteX2" y="connsiteY2"/>
              </a:cxn>
              <a:cxn ang="0">
                <a:pos x="connsiteX3" y="connsiteY3"/>
              </a:cxn>
            </a:cxnLst>
            <a:rect l="l" t="t" r="r" b="b"/>
            <a:pathLst>
              <a:path w="1944000" h="8467">
                <a:moveTo>
                  <a:pt x="0" y="0"/>
                </a:moveTo>
                <a:lnTo>
                  <a:pt x="1944000" y="0"/>
                </a:lnTo>
                <a:lnTo>
                  <a:pt x="1944000" y="8467"/>
                </a:lnTo>
                <a:lnTo>
                  <a:pt x="0" y="8467"/>
                </a:lnTo>
                <a:close/>
              </a:path>
            </a:pathLst>
          </a:custGeom>
          <a:noFill/>
          <a:ln w="9525">
            <a:solidFill>
              <a:schemeClr val="tx1">
                <a:alpha val="95000"/>
              </a:schemeClr>
            </a:solidFill>
            <a:miter lim="800000"/>
            <a:headEnd/>
            <a:tailEnd/>
          </a:ln>
        </p:spPr>
        <p:txBody>
          <a:bodyPr wrap="square">
            <a:noAutofit/>
          </a:bodyPr>
          <a:lstStyle>
            <a:lvl1pPr marL="0" indent="0">
              <a:buNone/>
              <a:defRPr/>
            </a:lvl1pPr>
          </a:lstStyle>
          <a:p>
            <a:r>
              <a:rPr lang="de-DE"/>
              <a:t> </a:t>
            </a:r>
          </a:p>
        </p:txBody>
      </p:sp>
      <p:sp>
        <p:nvSpPr>
          <p:cNvPr id="48" name="SmartArt-Platzhalter 47"/>
          <p:cNvSpPr>
            <a:spLocks noGrp="1"/>
          </p:cNvSpPr>
          <p:nvPr>
            <p:ph type="dgm" sz="quarter" idx="21" hasCustomPrompt="1"/>
          </p:nvPr>
        </p:nvSpPr>
        <p:spPr bwMode="auto">
          <a:xfrm>
            <a:off x="1384527" y="3284936"/>
            <a:ext cx="2592000" cy="8467"/>
          </a:xfrm>
          <a:custGeom>
            <a:avLst/>
            <a:gdLst>
              <a:gd name="connsiteX0" fmla="*/ 0 w 1944000"/>
              <a:gd name="connsiteY0" fmla="*/ 0 h 8467"/>
              <a:gd name="connsiteX1" fmla="*/ 1944000 w 1944000"/>
              <a:gd name="connsiteY1" fmla="*/ 0 h 8467"/>
              <a:gd name="connsiteX2" fmla="*/ 1944000 w 1944000"/>
              <a:gd name="connsiteY2" fmla="*/ 8467 h 8467"/>
              <a:gd name="connsiteX3" fmla="*/ 0 w 1944000"/>
              <a:gd name="connsiteY3" fmla="*/ 8467 h 8467"/>
            </a:gdLst>
            <a:ahLst/>
            <a:cxnLst>
              <a:cxn ang="0">
                <a:pos x="connsiteX0" y="connsiteY0"/>
              </a:cxn>
              <a:cxn ang="0">
                <a:pos x="connsiteX1" y="connsiteY1"/>
              </a:cxn>
              <a:cxn ang="0">
                <a:pos x="connsiteX2" y="connsiteY2"/>
              </a:cxn>
              <a:cxn ang="0">
                <a:pos x="connsiteX3" y="connsiteY3"/>
              </a:cxn>
            </a:cxnLst>
            <a:rect l="l" t="t" r="r" b="b"/>
            <a:pathLst>
              <a:path w="1944000" h="8467">
                <a:moveTo>
                  <a:pt x="0" y="0"/>
                </a:moveTo>
                <a:lnTo>
                  <a:pt x="1944000" y="0"/>
                </a:lnTo>
                <a:lnTo>
                  <a:pt x="1944000" y="8467"/>
                </a:lnTo>
                <a:lnTo>
                  <a:pt x="0" y="8467"/>
                </a:lnTo>
                <a:close/>
              </a:path>
            </a:pathLst>
          </a:custGeom>
          <a:solidFill>
            <a:schemeClr val="tx1"/>
          </a:solidFill>
          <a:ln w="9525">
            <a:solidFill>
              <a:schemeClr val="tx1">
                <a:alpha val="95000"/>
              </a:schemeClr>
            </a:solidFill>
            <a:miter lim="800000"/>
            <a:headEnd/>
            <a:tailEnd/>
          </a:ln>
        </p:spPr>
        <p:txBody>
          <a:bodyPr wrap="square">
            <a:noAutofit/>
          </a:bodyPr>
          <a:lstStyle>
            <a:lvl1pPr marL="0" indent="0">
              <a:buNone/>
              <a:defRPr/>
            </a:lvl1pPr>
          </a:lstStyle>
          <a:p>
            <a:r>
              <a:rPr lang="de-DE"/>
              <a:t> </a:t>
            </a:r>
          </a:p>
        </p:txBody>
      </p:sp>
      <p:sp>
        <p:nvSpPr>
          <p:cNvPr id="49" name="SmartArt-Platzhalter 48"/>
          <p:cNvSpPr>
            <a:spLocks noGrp="1"/>
          </p:cNvSpPr>
          <p:nvPr>
            <p:ph type="dgm" sz="quarter" idx="23" hasCustomPrompt="1"/>
          </p:nvPr>
        </p:nvSpPr>
        <p:spPr bwMode="auto">
          <a:xfrm>
            <a:off x="1384527" y="3702712"/>
            <a:ext cx="2592000" cy="8467"/>
          </a:xfrm>
          <a:custGeom>
            <a:avLst/>
            <a:gdLst>
              <a:gd name="connsiteX0" fmla="*/ 0 w 1944000"/>
              <a:gd name="connsiteY0" fmla="*/ 0 h 8467"/>
              <a:gd name="connsiteX1" fmla="*/ 1944000 w 1944000"/>
              <a:gd name="connsiteY1" fmla="*/ 0 h 8467"/>
              <a:gd name="connsiteX2" fmla="*/ 1944000 w 1944000"/>
              <a:gd name="connsiteY2" fmla="*/ 8467 h 8467"/>
              <a:gd name="connsiteX3" fmla="*/ 0 w 1944000"/>
              <a:gd name="connsiteY3" fmla="*/ 8467 h 8467"/>
            </a:gdLst>
            <a:ahLst/>
            <a:cxnLst>
              <a:cxn ang="0">
                <a:pos x="connsiteX0" y="connsiteY0"/>
              </a:cxn>
              <a:cxn ang="0">
                <a:pos x="connsiteX1" y="connsiteY1"/>
              </a:cxn>
              <a:cxn ang="0">
                <a:pos x="connsiteX2" y="connsiteY2"/>
              </a:cxn>
              <a:cxn ang="0">
                <a:pos x="connsiteX3" y="connsiteY3"/>
              </a:cxn>
            </a:cxnLst>
            <a:rect l="l" t="t" r="r" b="b"/>
            <a:pathLst>
              <a:path w="1944000" h="8467">
                <a:moveTo>
                  <a:pt x="0" y="0"/>
                </a:moveTo>
                <a:lnTo>
                  <a:pt x="1944000" y="0"/>
                </a:lnTo>
                <a:lnTo>
                  <a:pt x="1944000" y="8467"/>
                </a:lnTo>
                <a:lnTo>
                  <a:pt x="0" y="8467"/>
                </a:lnTo>
                <a:close/>
              </a:path>
            </a:pathLst>
          </a:custGeom>
          <a:noFill/>
          <a:ln w="9525">
            <a:solidFill>
              <a:schemeClr val="tx1">
                <a:alpha val="95000"/>
              </a:schemeClr>
            </a:solidFill>
            <a:miter lim="800000"/>
            <a:headEnd/>
            <a:tailEnd/>
          </a:ln>
        </p:spPr>
        <p:txBody>
          <a:bodyPr wrap="square">
            <a:noAutofit/>
          </a:bodyPr>
          <a:lstStyle>
            <a:lvl1pPr marL="0" indent="0">
              <a:buNone/>
              <a:defRPr/>
            </a:lvl1pPr>
          </a:lstStyle>
          <a:p>
            <a:r>
              <a:rPr lang="de-DE"/>
              <a:t> </a:t>
            </a:r>
          </a:p>
        </p:txBody>
      </p:sp>
      <p:sp>
        <p:nvSpPr>
          <p:cNvPr id="50" name="Textplatzhalter 49"/>
          <p:cNvSpPr>
            <a:spLocks noGrp="1"/>
          </p:cNvSpPr>
          <p:nvPr>
            <p:ph type="body" sz="quarter" idx="13" hasCustomPrompt="1"/>
          </p:nvPr>
        </p:nvSpPr>
        <p:spPr bwMode="auto">
          <a:xfrm>
            <a:off x="1381352" y="2444753"/>
            <a:ext cx="2689792" cy="408781"/>
          </a:xfrm>
          <a:custGeom>
            <a:avLst/>
            <a:gdLst>
              <a:gd name="connsiteX0" fmla="*/ 0 w 2036762"/>
              <a:gd name="connsiteY0" fmla="*/ 0 h 408781"/>
              <a:gd name="connsiteX1" fmla="*/ 1962150 w 2036762"/>
              <a:gd name="connsiteY1" fmla="*/ 0 h 408781"/>
              <a:gd name="connsiteX2" fmla="*/ 1962150 w 2036762"/>
              <a:gd name="connsiteY2" fmla="*/ 120387 h 408781"/>
              <a:gd name="connsiteX3" fmla="*/ 1962150 w 2036762"/>
              <a:gd name="connsiteY3" fmla="*/ 141629 h 408781"/>
              <a:gd name="connsiteX4" fmla="*/ 2036762 w 2036762"/>
              <a:gd name="connsiteY4" fmla="*/ 204390 h 408781"/>
              <a:gd name="connsiteX5" fmla="*/ 1962150 w 2036762"/>
              <a:gd name="connsiteY5" fmla="*/ 267151 h 408781"/>
              <a:gd name="connsiteX6" fmla="*/ 1962150 w 2036762"/>
              <a:gd name="connsiteY6" fmla="*/ 301362 h 408781"/>
              <a:gd name="connsiteX7" fmla="*/ 1962150 w 2036762"/>
              <a:gd name="connsiteY7" fmla="*/ 408781 h 408781"/>
              <a:gd name="connsiteX8" fmla="*/ 0 w 2036762"/>
              <a:gd name="connsiteY8" fmla="*/ 408781 h 40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6762" h="408781">
                <a:moveTo>
                  <a:pt x="0" y="0"/>
                </a:moveTo>
                <a:lnTo>
                  <a:pt x="1962150" y="0"/>
                </a:lnTo>
                <a:lnTo>
                  <a:pt x="1962150" y="120387"/>
                </a:lnTo>
                <a:lnTo>
                  <a:pt x="1962150" y="141629"/>
                </a:lnTo>
                <a:lnTo>
                  <a:pt x="2036762" y="204390"/>
                </a:lnTo>
                <a:lnTo>
                  <a:pt x="1962150" y="267151"/>
                </a:lnTo>
                <a:lnTo>
                  <a:pt x="1962150" y="301362"/>
                </a:lnTo>
                <a:lnTo>
                  <a:pt x="1962150" y="408781"/>
                </a:lnTo>
                <a:lnTo>
                  <a:pt x="0" y="408781"/>
                </a:lnTo>
                <a:close/>
              </a:path>
            </a:pathLst>
          </a:custGeom>
          <a:solidFill>
            <a:schemeClr val="accent1">
              <a:lumMod val="20000"/>
              <a:lumOff val="80000"/>
            </a:schemeClr>
          </a:solidFill>
          <a:ln w="9525">
            <a:noFill/>
            <a:miter lim="800000"/>
            <a:headEnd/>
            <a:tailEnd/>
          </a:ln>
        </p:spPr>
        <p:txBody>
          <a:bodyPr wrap="square" anchor="t">
            <a:noAutofit/>
          </a:bodyPr>
          <a:lstStyle>
            <a:lvl1pPr marL="0" indent="0">
              <a:lnSpc>
                <a:spcPct val="100000"/>
              </a:lnSpc>
              <a:spcBef>
                <a:spcPts val="0"/>
              </a:spcBef>
              <a:buNone/>
              <a:defRPr sz="1000" b="0" baseline="0">
                <a:solidFill>
                  <a:schemeClr val="tx1"/>
                </a:solidFill>
              </a:defRPr>
            </a:lvl1pPr>
          </a:lstStyle>
          <a:p>
            <a:pPr lvl="0"/>
            <a:r>
              <a:rPr lang="de-DE"/>
              <a:t>Informatik (B. Sc., M. Sc.)</a:t>
            </a:r>
          </a:p>
        </p:txBody>
      </p:sp>
      <p:sp>
        <p:nvSpPr>
          <p:cNvPr id="51" name="Textplatzhalter 50"/>
          <p:cNvSpPr>
            <a:spLocks noGrp="1"/>
          </p:cNvSpPr>
          <p:nvPr>
            <p:ph type="body" sz="quarter" idx="16" hasCustomPrompt="1"/>
          </p:nvPr>
        </p:nvSpPr>
        <p:spPr bwMode="auto">
          <a:xfrm>
            <a:off x="1381351" y="2018506"/>
            <a:ext cx="2689793" cy="408781"/>
          </a:xfrm>
          <a:custGeom>
            <a:avLst/>
            <a:gdLst>
              <a:gd name="connsiteX0" fmla="*/ 0 w 2036762"/>
              <a:gd name="connsiteY0" fmla="*/ 0 h 408781"/>
              <a:gd name="connsiteX1" fmla="*/ 1962150 w 2036762"/>
              <a:gd name="connsiteY1" fmla="*/ 0 h 408781"/>
              <a:gd name="connsiteX2" fmla="*/ 1962150 w 2036762"/>
              <a:gd name="connsiteY2" fmla="*/ 120387 h 408781"/>
              <a:gd name="connsiteX3" fmla="*/ 1962150 w 2036762"/>
              <a:gd name="connsiteY3" fmla="*/ 141629 h 408781"/>
              <a:gd name="connsiteX4" fmla="*/ 2036762 w 2036762"/>
              <a:gd name="connsiteY4" fmla="*/ 204390 h 408781"/>
              <a:gd name="connsiteX5" fmla="*/ 1962150 w 2036762"/>
              <a:gd name="connsiteY5" fmla="*/ 267151 h 408781"/>
              <a:gd name="connsiteX6" fmla="*/ 1962150 w 2036762"/>
              <a:gd name="connsiteY6" fmla="*/ 301362 h 408781"/>
              <a:gd name="connsiteX7" fmla="*/ 1962150 w 2036762"/>
              <a:gd name="connsiteY7" fmla="*/ 408781 h 408781"/>
              <a:gd name="connsiteX8" fmla="*/ 0 w 2036762"/>
              <a:gd name="connsiteY8" fmla="*/ 408781 h 40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6762" h="408781">
                <a:moveTo>
                  <a:pt x="0" y="0"/>
                </a:moveTo>
                <a:lnTo>
                  <a:pt x="1962150" y="0"/>
                </a:lnTo>
                <a:lnTo>
                  <a:pt x="1962150" y="120387"/>
                </a:lnTo>
                <a:lnTo>
                  <a:pt x="1962150" y="141629"/>
                </a:lnTo>
                <a:lnTo>
                  <a:pt x="2036762" y="204390"/>
                </a:lnTo>
                <a:lnTo>
                  <a:pt x="1962150" y="267151"/>
                </a:lnTo>
                <a:lnTo>
                  <a:pt x="1962150" y="301362"/>
                </a:lnTo>
                <a:lnTo>
                  <a:pt x="1962150" y="408781"/>
                </a:lnTo>
                <a:lnTo>
                  <a:pt x="0" y="408781"/>
                </a:lnTo>
                <a:close/>
              </a:path>
            </a:pathLst>
          </a:custGeom>
          <a:solidFill>
            <a:schemeClr val="accent1">
              <a:lumMod val="20000"/>
              <a:lumOff val="80000"/>
            </a:schemeClr>
          </a:solidFill>
          <a:ln w="9525">
            <a:noFill/>
            <a:prstDash val="solid"/>
            <a:miter lim="800000"/>
            <a:headEnd/>
            <a:tailEnd/>
          </a:ln>
        </p:spPr>
        <p:txBody>
          <a:bodyPr wrap="square" anchor="t">
            <a:noAutofit/>
          </a:bodyPr>
          <a:lstStyle>
            <a:lvl1pPr marL="0" indent="0">
              <a:lnSpc>
                <a:spcPct val="100000"/>
              </a:lnSpc>
              <a:spcBef>
                <a:spcPts val="0"/>
              </a:spcBef>
              <a:buNone/>
              <a:defRPr sz="1000" b="0">
                <a:solidFill>
                  <a:schemeClr val="tx1"/>
                </a:solidFill>
              </a:defRPr>
            </a:lvl1pPr>
          </a:lstStyle>
          <a:p>
            <a:pPr lvl="0"/>
            <a:r>
              <a:rPr lang="de-DE"/>
              <a:t>Applied Computer</a:t>
            </a:r>
          </a:p>
          <a:p>
            <a:pPr lvl="0"/>
            <a:r>
              <a:rPr lang="de-DE"/>
              <a:t>Science (B. Sc.)</a:t>
            </a:r>
          </a:p>
        </p:txBody>
      </p:sp>
      <p:sp>
        <p:nvSpPr>
          <p:cNvPr id="52" name="Textplatzhalter 51"/>
          <p:cNvSpPr>
            <a:spLocks noGrp="1"/>
          </p:cNvSpPr>
          <p:nvPr>
            <p:ph type="body" sz="quarter" idx="20" hasCustomPrompt="1"/>
          </p:nvPr>
        </p:nvSpPr>
        <p:spPr bwMode="auto">
          <a:xfrm>
            <a:off x="1381352" y="3295594"/>
            <a:ext cx="2689792" cy="408781"/>
          </a:xfrm>
          <a:custGeom>
            <a:avLst/>
            <a:gdLst>
              <a:gd name="connsiteX0" fmla="*/ 0 w 2036762"/>
              <a:gd name="connsiteY0" fmla="*/ 0 h 408781"/>
              <a:gd name="connsiteX1" fmla="*/ 1962150 w 2036762"/>
              <a:gd name="connsiteY1" fmla="*/ 0 h 408781"/>
              <a:gd name="connsiteX2" fmla="*/ 1962150 w 2036762"/>
              <a:gd name="connsiteY2" fmla="*/ 120387 h 408781"/>
              <a:gd name="connsiteX3" fmla="*/ 1962150 w 2036762"/>
              <a:gd name="connsiteY3" fmla="*/ 141629 h 408781"/>
              <a:gd name="connsiteX4" fmla="*/ 2036762 w 2036762"/>
              <a:gd name="connsiteY4" fmla="*/ 204390 h 408781"/>
              <a:gd name="connsiteX5" fmla="*/ 1962150 w 2036762"/>
              <a:gd name="connsiteY5" fmla="*/ 267151 h 408781"/>
              <a:gd name="connsiteX6" fmla="*/ 1962150 w 2036762"/>
              <a:gd name="connsiteY6" fmla="*/ 301362 h 408781"/>
              <a:gd name="connsiteX7" fmla="*/ 1962150 w 2036762"/>
              <a:gd name="connsiteY7" fmla="*/ 408781 h 408781"/>
              <a:gd name="connsiteX8" fmla="*/ 0 w 2036762"/>
              <a:gd name="connsiteY8" fmla="*/ 408781 h 40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6762" h="408781">
                <a:moveTo>
                  <a:pt x="0" y="0"/>
                </a:moveTo>
                <a:lnTo>
                  <a:pt x="1962150" y="0"/>
                </a:lnTo>
                <a:lnTo>
                  <a:pt x="1962150" y="120387"/>
                </a:lnTo>
                <a:lnTo>
                  <a:pt x="1962150" y="141629"/>
                </a:lnTo>
                <a:lnTo>
                  <a:pt x="2036762" y="204390"/>
                </a:lnTo>
                <a:lnTo>
                  <a:pt x="1962150" y="267151"/>
                </a:lnTo>
                <a:lnTo>
                  <a:pt x="1962150" y="301362"/>
                </a:lnTo>
                <a:lnTo>
                  <a:pt x="1962150" y="408781"/>
                </a:lnTo>
                <a:lnTo>
                  <a:pt x="0" y="408781"/>
                </a:lnTo>
                <a:close/>
              </a:path>
            </a:pathLst>
          </a:custGeom>
          <a:solidFill>
            <a:schemeClr val="accent1">
              <a:lumMod val="20000"/>
              <a:lumOff val="80000"/>
            </a:schemeClr>
          </a:solidFill>
          <a:ln w="9525">
            <a:noFill/>
            <a:miter lim="800000"/>
            <a:headEnd/>
            <a:tailEnd/>
          </a:ln>
        </p:spPr>
        <p:txBody>
          <a:bodyPr wrap="square" anchor="t">
            <a:noAutofit/>
          </a:bodyPr>
          <a:lstStyle>
            <a:lvl1pPr marL="0" indent="0">
              <a:lnSpc>
                <a:spcPct val="100000"/>
              </a:lnSpc>
              <a:spcBef>
                <a:spcPts val="0"/>
              </a:spcBef>
              <a:buNone/>
              <a:defRPr sz="1000" b="0" baseline="0">
                <a:solidFill>
                  <a:schemeClr val="tx1"/>
                </a:solidFill>
              </a:defRPr>
            </a:lvl1pPr>
          </a:lstStyle>
          <a:p>
            <a:pPr lvl="0"/>
            <a:r>
              <a:rPr lang="de-DE"/>
              <a:t>Digitale Medien (M. Sc.)</a:t>
            </a:r>
          </a:p>
        </p:txBody>
      </p:sp>
      <p:sp>
        <p:nvSpPr>
          <p:cNvPr id="53" name="Textplatzhalter 52"/>
          <p:cNvSpPr>
            <a:spLocks noGrp="1"/>
          </p:cNvSpPr>
          <p:nvPr>
            <p:ph type="body" sz="quarter" idx="22" hasCustomPrompt="1"/>
          </p:nvPr>
        </p:nvSpPr>
        <p:spPr bwMode="auto">
          <a:xfrm>
            <a:off x="1381352" y="3722162"/>
            <a:ext cx="2689792" cy="408781"/>
          </a:xfrm>
          <a:custGeom>
            <a:avLst/>
            <a:gdLst>
              <a:gd name="connsiteX0" fmla="*/ 0 w 2036762"/>
              <a:gd name="connsiteY0" fmla="*/ 0 h 408781"/>
              <a:gd name="connsiteX1" fmla="*/ 1962150 w 2036762"/>
              <a:gd name="connsiteY1" fmla="*/ 0 h 408781"/>
              <a:gd name="connsiteX2" fmla="*/ 1962150 w 2036762"/>
              <a:gd name="connsiteY2" fmla="*/ 120387 h 408781"/>
              <a:gd name="connsiteX3" fmla="*/ 1962150 w 2036762"/>
              <a:gd name="connsiteY3" fmla="*/ 141629 h 408781"/>
              <a:gd name="connsiteX4" fmla="*/ 2036762 w 2036762"/>
              <a:gd name="connsiteY4" fmla="*/ 204390 h 408781"/>
              <a:gd name="connsiteX5" fmla="*/ 1962150 w 2036762"/>
              <a:gd name="connsiteY5" fmla="*/ 267151 h 408781"/>
              <a:gd name="connsiteX6" fmla="*/ 1962150 w 2036762"/>
              <a:gd name="connsiteY6" fmla="*/ 301362 h 408781"/>
              <a:gd name="connsiteX7" fmla="*/ 1962150 w 2036762"/>
              <a:gd name="connsiteY7" fmla="*/ 408781 h 408781"/>
              <a:gd name="connsiteX8" fmla="*/ 0 w 2036762"/>
              <a:gd name="connsiteY8" fmla="*/ 408781 h 40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6762" h="408781">
                <a:moveTo>
                  <a:pt x="0" y="0"/>
                </a:moveTo>
                <a:lnTo>
                  <a:pt x="1962150" y="0"/>
                </a:lnTo>
                <a:lnTo>
                  <a:pt x="1962150" y="120387"/>
                </a:lnTo>
                <a:lnTo>
                  <a:pt x="1962150" y="141629"/>
                </a:lnTo>
                <a:lnTo>
                  <a:pt x="2036762" y="204390"/>
                </a:lnTo>
                <a:lnTo>
                  <a:pt x="1962150" y="267151"/>
                </a:lnTo>
                <a:lnTo>
                  <a:pt x="1962150" y="301362"/>
                </a:lnTo>
                <a:lnTo>
                  <a:pt x="1962150" y="408781"/>
                </a:lnTo>
                <a:lnTo>
                  <a:pt x="0" y="408781"/>
                </a:lnTo>
                <a:close/>
              </a:path>
            </a:pathLst>
          </a:custGeom>
          <a:solidFill>
            <a:schemeClr val="accent1">
              <a:lumMod val="40000"/>
              <a:lumOff val="60000"/>
            </a:schemeClr>
          </a:solidFill>
          <a:ln w="9525">
            <a:noFill/>
            <a:miter lim="800000"/>
            <a:headEnd/>
            <a:tailEnd/>
          </a:ln>
        </p:spPr>
        <p:txBody>
          <a:bodyPr wrap="square" anchor="t">
            <a:noAutofit/>
          </a:bodyPr>
          <a:lstStyle>
            <a:lvl1pPr marL="0" indent="0">
              <a:lnSpc>
                <a:spcPct val="100000"/>
              </a:lnSpc>
              <a:spcBef>
                <a:spcPts val="0"/>
              </a:spcBef>
              <a:buNone/>
              <a:defRPr sz="1000" b="0" baseline="0">
                <a:solidFill>
                  <a:schemeClr val="tx1"/>
                </a:solidFill>
              </a:defRPr>
            </a:lvl1pPr>
          </a:lstStyle>
          <a:p>
            <a:pPr lvl="0"/>
            <a:r>
              <a:rPr lang="de-DE"/>
              <a:t>Online-SG Medieninformatik</a:t>
            </a:r>
          </a:p>
          <a:p>
            <a:pPr lvl="0"/>
            <a:r>
              <a:rPr lang="de-DE"/>
              <a:t>(B. Sc., M. Sc.)</a:t>
            </a:r>
          </a:p>
        </p:txBody>
      </p:sp>
      <p:sp>
        <p:nvSpPr>
          <p:cNvPr id="54" name="Textplatzhalter 6"/>
          <p:cNvSpPr>
            <a:spLocks noGrp="1"/>
          </p:cNvSpPr>
          <p:nvPr>
            <p:ph type="body" sz="quarter" idx="11" hasCustomPrompt="1"/>
          </p:nvPr>
        </p:nvSpPr>
        <p:spPr>
          <a:xfrm>
            <a:off x="1375990" y="1609725"/>
            <a:ext cx="2592917" cy="408781"/>
          </a:xfrm>
          <a:solidFill>
            <a:schemeClr val="accent1"/>
          </a:solidFill>
        </p:spPr>
        <p:txBody>
          <a:bodyPr anchor="ctr"/>
          <a:lstStyle>
            <a:lvl1pPr marL="0" indent="0">
              <a:lnSpc>
                <a:spcPct val="100000"/>
              </a:lnSpc>
              <a:buNone/>
              <a:defRPr sz="1000" b="1">
                <a:solidFill>
                  <a:schemeClr val="bg1"/>
                </a:solidFill>
              </a:defRPr>
            </a:lvl1pPr>
          </a:lstStyle>
          <a:p>
            <a:pPr lvl="0"/>
            <a:r>
              <a:rPr lang="de-DE"/>
              <a:t>Fachbereich</a:t>
            </a:r>
            <a:br>
              <a:rPr lang="de-DE"/>
            </a:br>
            <a:r>
              <a:rPr lang="de-DE"/>
              <a:t>Informatik und Medien</a:t>
            </a:r>
          </a:p>
        </p:txBody>
      </p:sp>
      <p:sp>
        <p:nvSpPr>
          <p:cNvPr id="20" name="Fußzeilenplatzhalter 4"/>
          <p:cNvSpPr>
            <a:spLocks noGrp="1"/>
          </p:cNvSpPr>
          <p:nvPr>
            <p:ph type="ftr" sz="quarter" idx="3"/>
          </p:nvPr>
        </p:nvSpPr>
        <p:spPr>
          <a:xfrm>
            <a:off x="422639" y="6446837"/>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4146271063"/>
      </p:ext>
    </p:extLst>
  </p:cSld>
  <p:clrMapOvr>
    <a:masterClrMapping/>
  </p:clrMapOvr>
  <p:extLst>
    <p:ext uri="{DCECCB84-F9BA-43D5-87BE-67443E8EF086}">
      <p15:sldGuideLst xmlns:p15="http://schemas.microsoft.com/office/powerpoint/2012/main">
        <p15:guide id="1" pos="85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yout FB Informatik - AbschlussSeite">
    <p:spTree>
      <p:nvGrpSpPr>
        <p:cNvPr id="1" name=""/>
        <p:cNvGrpSpPr/>
        <p:nvPr/>
      </p:nvGrpSpPr>
      <p:grpSpPr>
        <a:xfrm>
          <a:off x="0" y="0"/>
          <a:ext cx="0" cy="0"/>
          <a:chOff x="0" y="0"/>
          <a:chExt cx="0" cy="0"/>
        </a:xfrm>
      </p:grpSpPr>
      <p:sp>
        <p:nvSpPr>
          <p:cNvPr id="3079" name="Rectangle 9"/>
          <p:cNvSpPr>
            <a:spLocks noChangeArrowheads="1"/>
          </p:cNvSpPr>
          <p:nvPr userDrawn="1"/>
        </p:nvSpPr>
        <p:spPr bwMode="auto">
          <a:xfrm>
            <a:off x="507600" y="1600200"/>
            <a:ext cx="11696420" cy="4792663"/>
          </a:xfrm>
          <a:prstGeom prst="rect">
            <a:avLst/>
          </a:prstGeom>
          <a:solidFill>
            <a:schemeClr val="accent1"/>
          </a:solidFill>
          <a:ln w="9525">
            <a:noFill/>
            <a:miter lim="800000"/>
            <a:headEnd/>
            <a:tailEnd/>
          </a:ln>
        </p:spPr>
        <p:txBody>
          <a:bodyPr wrap="none" anchor="ctr"/>
          <a:lstStyle/>
          <a:p>
            <a:pPr algn="ctr"/>
            <a:r>
              <a:rPr lang="de-DE" sz="2400">
                <a:solidFill>
                  <a:schemeClr val="tx2"/>
                </a:solidFill>
              </a:rPr>
              <a:t>             </a:t>
            </a:r>
          </a:p>
        </p:txBody>
      </p:sp>
      <p:sp>
        <p:nvSpPr>
          <p:cNvPr id="3075" name="Rectangle 3"/>
          <p:cNvSpPr>
            <a:spLocks noGrp="1" noChangeArrowheads="1"/>
          </p:cNvSpPr>
          <p:nvPr>
            <p:ph type="subTitle" idx="1" hasCustomPrompt="1"/>
          </p:nvPr>
        </p:nvSpPr>
        <p:spPr>
          <a:xfrm>
            <a:off x="1278000" y="5313363"/>
            <a:ext cx="8534400" cy="609600"/>
          </a:xfrm>
        </p:spPr>
        <p:txBody>
          <a:bodyPr/>
          <a:lstStyle>
            <a:lvl1pPr marL="285750" marR="0" indent="-285750" algn="l" defTabSz="914400" rtl="0" eaLnBrk="1" fontAlgn="base" latinLnBrk="0" hangingPunct="1">
              <a:lnSpc>
                <a:spcPts val="1800"/>
              </a:lnSpc>
              <a:spcBef>
                <a:spcPts val="300"/>
              </a:spcBef>
              <a:spcAft>
                <a:spcPct val="0"/>
              </a:spcAft>
              <a:buClr>
                <a:schemeClr val="tx2"/>
              </a:buClr>
              <a:buSzTx/>
              <a:buFont typeface="Times" charset="0"/>
              <a:buNone/>
              <a:tabLst/>
              <a:defRPr sz="1400">
                <a:solidFill>
                  <a:schemeClr val="bg1"/>
                </a:solidFill>
              </a:defRPr>
            </a:lvl1pPr>
          </a:lstStyle>
          <a:p>
            <a:r>
              <a:rPr lang="de-DE"/>
              <a:t>Dr. </a:t>
            </a:r>
            <a:r>
              <a:rPr lang="de-DE" err="1"/>
              <a:t>rer</a:t>
            </a:r>
            <a:r>
              <a:rPr lang="de-DE"/>
              <a:t>. pol Max Mustermann · </a:t>
            </a:r>
            <a:fld id="{B15953E2-1CAD-46A0-A666-3E8E0EC7E0E1}" type="datetime1">
              <a:rPr lang="de-DE" smtClean="0"/>
              <a:pPr/>
              <a:t>25.04.14</a:t>
            </a:fld>
            <a:endParaRPr lang="de-DE"/>
          </a:p>
          <a:p>
            <a:endParaRPr lang="de-DE"/>
          </a:p>
        </p:txBody>
      </p:sp>
      <p:sp>
        <p:nvSpPr>
          <p:cNvPr id="10" name="Textfeld 9"/>
          <p:cNvSpPr txBox="1"/>
          <p:nvPr userDrawn="1"/>
        </p:nvSpPr>
        <p:spPr>
          <a:xfrm>
            <a:off x="1277693" y="2445088"/>
            <a:ext cx="9421283" cy="461665"/>
          </a:xfrm>
          <a:prstGeom prst="rect">
            <a:avLst/>
          </a:prstGeom>
          <a:noFill/>
        </p:spPr>
        <p:txBody>
          <a:bodyPr wrap="square" rtlCol="0">
            <a:spAutoFit/>
          </a:bodyPr>
          <a:lstStyle/>
          <a:p>
            <a:r>
              <a:rPr lang="de-DE" sz="2400" b="1" kern="1200" baseline="0">
                <a:solidFill>
                  <a:schemeClr val="bg1"/>
                </a:solidFill>
                <a:latin typeface="+mj-lt"/>
                <a:ea typeface="ＭＳ Ｐゴシック" charset="-128"/>
                <a:cs typeface="+mn-cs"/>
              </a:rPr>
              <a:t>Vielen Dank für Ihre Aufmerksamkeit</a:t>
            </a:r>
            <a:endParaRPr lang="de-DE" sz="2400" b="1">
              <a:solidFill>
                <a:schemeClr val="bg1"/>
              </a:solidFill>
              <a:latin typeface="+mj-lt"/>
            </a:endParaRPr>
          </a:p>
        </p:txBody>
      </p:sp>
      <p:sp>
        <p:nvSpPr>
          <p:cNvPr id="7" name="Rechteck 6"/>
          <p:cNvSpPr/>
          <p:nvPr userDrawn="1"/>
        </p:nvSpPr>
        <p:spPr bwMode="auto">
          <a:xfrm>
            <a:off x="0" y="6383867"/>
            <a:ext cx="12192000" cy="482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ahoma" charset="0"/>
              <a:ea typeface="ＭＳ Ｐゴシック" charset="-128"/>
            </a:endParaRPr>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400" y="984"/>
            <a:ext cx="3998422" cy="2044931"/>
          </a:xfrm>
          <a:prstGeom prst="rect">
            <a:avLst/>
          </a:prstGeom>
        </p:spPr>
      </p:pic>
    </p:spTree>
    <p:extLst>
      <p:ext uri="{BB962C8B-B14F-4D97-AF65-F5344CB8AC3E}">
        <p14:creationId xmlns:p14="http://schemas.microsoft.com/office/powerpoint/2010/main" val="1998829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yout FB Informatik - Titelfolie mit Bild">
    <p:spTree>
      <p:nvGrpSpPr>
        <p:cNvPr id="1" name=""/>
        <p:cNvGrpSpPr/>
        <p:nvPr/>
      </p:nvGrpSpPr>
      <p:grpSpPr>
        <a:xfrm>
          <a:off x="0" y="0"/>
          <a:ext cx="0" cy="0"/>
          <a:chOff x="0" y="0"/>
          <a:chExt cx="0" cy="0"/>
        </a:xfrm>
      </p:grpSpPr>
      <p:sp>
        <p:nvSpPr>
          <p:cNvPr id="3079" name="Rectangle 9"/>
          <p:cNvSpPr>
            <a:spLocks noChangeArrowheads="1"/>
          </p:cNvSpPr>
          <p:nvPr userDrawn="1"/>
        </p:nvSpPr>
        <p:spPr bwMode="auto">
          <a:xfrm>
            <a:off x="507600" y="1600200"/>
            <a:ext cx="11696420" cy="2614614"/>
          </a:xfrm>
          <a:prstGeom prst="rect">
            <a:avLst/>
          </a:prstGeom>
          <a:solidFill>
            <a:schemeClr val="accent1"/>
          </a:solidFill>
          <a:ln w="9525">
            <a:noFill/>
            <a:miter lim="800000"/>
            <a:headEnd/>
            <a:tailEnd/>
          </a:ln>
        </p:spPr>
        <p:txBody>
          <a:bodyPr wrap="none" anchor="ctr"/>
          <a:lstStyle/>
          <a:p>
            <a:pPr algn="ctr"/>
            <a:r>
              <a:rPr lang="de-DE" sz="2400"/>
              <a:t>             </a:t>
            </a:r>
          </a:p>
        </p:txBody>
      </p:sp>
      <p:sp>
        <p:nvSpPr>
          <p:cNvPr id="3074" name="Rectangle 2"/>
          <p:cNvSpPr>
            <a:spLocks noGrp="1" noChangeArrowheads="1"/>
          </p:cNvSpPr>
          <p:nvPr>
            <p:ph type="ctrTitle"/>
          </p:nvPr>
        </p:nvSpPr>
        <p:spPr>
          <a:xfrm>
            <a:off x="4673364" y="0"/>
            <a:ext cx="7360592" cy="1143000"/>
          </a:xfrm>
        </p:spPr>
        <p:txBody>
          <a:bodyPr/>
          <a:lstStyle>
            <a:lvl1pPr>
              <a:lnSpc>
                <a:spcPts val="3000"/>
              </a:lnSpc>
              <a:defRPr sz="2400">
                <a:solidFill>
                  <a:schemeClr val="bg1"/>
                </a:solidFill>
              </a:defRPr>
            </a:lvl1pPr>
          </a:lstStyle>
          <a:p>
            <a:r>
              <a:rPr lang="de-DE"/>
              <a:t>Mastertitelformat bearbeiten</a:t>
            </a:r>
          </a:p>
        </p:txBody>
      </p:sp>
      <p:sp>
        <p:nvSpPr>
          <p:cNvPr id="9" name="Bildplatzhalter 8"/>
          <p:cNvSpPr>
            <a:spLocks noGrp="1"/>
          </p:cNvSpPr>
          <p:nvPr>
            <p:ph type="pic" sz="quarter" idx="10"/>
          </p:nvPr>
        </p:nvSpPr>
        <p:spPr>
          <a:xfrm>
            <a:off x="507600" y="4214814"/>
            <a:ext cx="11696420" cy="2185987"/>
          </a:xfrm>
        </p:spPr>
        <p:txBody>
          <a:bodyPr/>
          <a:lstStyle>
            <a:lvl1pPr>
              <a:buNone/>
              <a:defRPr/>
            </a:lvl1pPr>
          </a:lstStyle>
          <a:p>
            <a:endParaRPr lang="de-DE"/>
          </a:p>
        </p:txBody>
      </p:sp>
      <p:sp>
        <p:nvSpPr>
          <p:cNvPr id="7" name="Rechteck 6"/>
          <p:cNvSpPr/>
          <p:nvPr userDrawn="1"/>
        </p:nvSpPr>
        <p:spPr bwMode="auto">
          <a:xfrm>
            <a:off x="0" y="6383867"/>
            <a:ext cx="12192000" cy="482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ahoma" charset="0"/>
              <a:ea typeface="ＭＳ Ｐゴシック" charset="-128"/>
            </a:endParaRPr>
          </a:p>
        </p:txBody>
      </p:sp>
      <p:sp>
        <p:nvSpPr>
          <p:cNvPr id="15" name="Rectangle 3"/>
          <p:cNvSpPr>
            <a:spLocks noGrp="1" noChangeArrowheads="1"/>
          </p:cNvSpPr>
          <p:nvPr>
            <p:ph type="subTitle" idx="1" hasCustomPrompt="1"/>
          </p:nvPr>
        </p:nvSpPr>
        <p:spPr>
          <a:xfrm>
            <a:off x="1278000" y="3553859"/>
            <a:ext cx="9235875" cy="609600"/>
          </a:xfrm>
        </p:spPr>
        <p:txBody>
          <a:bodyPr/>
          <a:lstStyle>
            <a:lvl1pPr marL="285750" marR="0" indent="-285750" algn="l" defTabSz="914400" rtl="0" eaLnBrk="1" fontAlgn="base" latinLnBrk="0" hangingPunct="1">
              <a:lnSpc>
                <a:spcPts val="1800"/>
              </a:lnSpc>
              <a:spcBef>
                <a:spcPts val="300"/>
              </a:spcBef>
              <a:spcAft>
                <a:spcPct val="0"/>
              </a:spcAft>
              <a:buClr>
                <a:schemeClr val="tx2"/>
              </a:buClr>
              <a:buSzTx/>
              <a:buFont typeface="Times" charset="0"/>
              <a:buNone/>
              <a:tabLst/>
              <a:defRPr sz="1400">
                <a:solidFill>
                  <a:schemeClr val="bg1"/>
                </a:solidFill>
              </a:defRPr>
            </a:lvl1pPr>
          </a:lstStyle>
          <a:p>
            <a:r>
              <a:rPr lang="de-DE"/>
              <a:t>Dr. </a:t>
            </a:r>
            <a:r>
              <a:rPr lang="de-DE" err="1"/>
              <a:t>rer</a:t>
            </a:r>
            <a:r>
              <a:rPr lang="de-DE"/>
              <a:t>. pol Max Mustermann · </a:t>
            </a:r>
            <a:fld id="{B15953E2-1CAD-46A0-A666-3E8E0EC7E0E1}" type="datetime1">
              <a:rPr lang="de-DE" smtClean="0"/>
              <a:pPr/>
              <a:t>25.04.14</a:t>
            </a:fld>
            <a:endParaRPr lang="de-DE"/>
          </a:p>
          <a:p>
            <a:endParaRPr lang="de-DE"/>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400" y="984"/>
            <a:ext cx="3998422" cy="2044931"/>
          </a:xfrm>
          <a:prstGeom prst="rect">
            <a:avLst/>
          </a:prstGeom>
        </p:spPr>
      </p:pic>
      <p:sp>
        <p:nvSpPr>
          <p:cNvPr id="11" name="Fußzeilenplatzhalter 4"/>
          <p:cNvSpPr>
            <a:spLocks noGrp="1"/>
          </p:cNvSpPr>
          <p:nvPr>
            <p:ph type="ftr" sz="quarter" idx="3"/>
          </p:nvPr>
        </p:nvSpPr>
        <p:spPr>
          <a:xfrm>
            <a:off x="1265656" y="2397300"/>
            <a:ext cx="10202444" cy="1261361"/>
          </a:xfrm>
          <a:prstGeom prst="rect">
            <a:avLst/>
          </a:prstGeom>
        </p:spPr>
        <p:txBody>
          <a:bodyPr/>
          <a:lstStyle>
            <a:lvl1pPr>
              <a:defRPr sz="2400" b="1">
                <a:solidFill>
                  <a:schemeClr val="bg1"/>
                </a:solidFill>
                <a:latin typeface="Tahoma Bold"/>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837936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Layout FB Wirtschaft - Titelfolie">
    <p:spTree>
      <p:nvGrpSpPr>
        <p:cNvPr id="1" name=""/>
        <p:cNvGrpSpPr/>
        <p:nvPr/>
      </p:nvGrpSpPr>
      <p:grpSpPr>
        <a:xfrm>
          <a:off x="0" y="0"/>
          <a:ext cx="0" cy="0"/>
          <a:chOff x="0" y="0"/>
          <a:chExt cx="0" cy="0"/>
        </a:xfrm>
      </p:grpSpPr>
      <p:sp>
        <p:nvSpPr>
          <p:cNvPr id="3079" name="Rectangle 9"/>
          <p:cNvSpPr>
            <a:spLocks noChangeArrowheads="1"/>
          </p:cNvSpPr>
          <p:nvPr userDrawn="1"/>
        </p:nvSpPr>
        <p:spPr bwMode="auto">
          <a:xfrm>
            <a:off x="507600" y="1600200"/>
            <a:ext cx="11694586" cy="4792663"/>
          </a:xfrm>
          <a:prstGeom prst="rect">
            <a:avLst/>
          </a:prstGeom>
          <a:solidFill>
            <a:schemeClr val="accent1"/>
          </a:solidFill>
          <a:ln w="9525">
            <a:noFill/>
            <a:miter lim="800000"/>
            <a:headEnd/>
            <a:tailEnd/>
          </a:ln>
        </p:spPr>
        <p:txBody>
          <a:bodyPr wrap="none" anchor="ctr"/>
          <a:lstStyle/>
          <a:p>
            <a:pPr algn="ctr"/>
            <a:r>
              <a:rPr lang="de-DE" sz="2400">
                <a:solidFill>
                  <a:srgbClr val="CC0A2F"/>
                </a:solidFill>
              </a:rPr>
              <a:t>             </a:t>
            </a:r>
          </a:p>
        </p:txBody>
      </p:sp>
      <p:sp>
        <p:nvSpPr>
          <p:cNvPr id="3075" name="Rectangle 3"/>
          <p:cNvSpPr>
            <a:spLocks noGrp="1" noChangeArrowheads="1"/>
          </p:cNvSpPr>
          <p:nvPr>
            <p:ph type="subTitle" idx="1" hasCustomPrompt="1"/>
          </p:nvPr>
        </p:nvSpPr>
        <p:spPr>
          <a:xfrm>
            <a:off x="1278000" y="5313363"/>
            <a:ext cx="8534400" cy="609600"/>
          </a:xfrm>
        </p:spPr>
        <p:txBody>
          <a:bodyPr/>
          <a:lstStyle>
            <a:lvl1pPr marL="285750" marR="0" indent="-285750" algn="l" defTabSz="914400" rtl="0" eaLnBrk="1" fontAlgn="base" latinLnBrk="0" hangingPunct="1">
              <a:lnSpc>
                <a:spcPts val="1800"/>
              </a:lnSpc>
              <a:spcBef>
                <a:spcPts val="300"/>
              </a:spcBef>
              <a:spcAft>
                <a:spcPct val="0"/>
              </a:spcAft>
              <a:buClr>
                <a:schemeClr val="tx2"/>
              </a:buClr>
              <a:buSzTx/>
              <a:buFont typeface="Times" charset="0"/>
              <a:buNone/>
              <a:tabLst/>
              <a:defRPr sz="1400">
                <a:solidFill>
                  <a:srgbClr val="FFFFFF"/>
                </a:solidFill>
              </a:defRPr>
            </a:lvl1pPr>
          </a:lstStyle>
          <a:p>
            <a:r>
              <a:rPr lang="de-DE"/>
              <a:t>Dr. </a:t>
            </a:r>
            <a:r>
              <a:rPr lang="de-DE" err="1"/>
              <a:t>rer</a:t>
            </a:r>
            <a:r>
              <a:rPr lang="de-DE"/>
              <a:t>. pol Max Mustermann · </a:t>
            </a:r>
            <a:fld id="{B15953E2-1CAD-46A0-A666-3E8E0EC7E0E1}" type="datetime1">
              <a:rPr lang="de-DE" smtClean="0"/>
              <a:pPr/>
              <a:t>25.04.14</a:t>
            </a:fld>
            <a:endParaRPr lang="de-DE"/>
          </a:p>
          <a:p>
            <a:endParaRPr lang="de-DE"/>
          </a:p>
        </p:txBody>
      </p:sp>
      <p:sp>
        <p:nvSpPr>
          <p:cNvPr id="2" name="Rechteck 1"/>
          <p:cNvSpPr/>
          <p:nvPr userDrawn="1"/>
        </p:nvSpPr>
        <p:spPr bwMode="auto">
          <a:xfrm>
            <a:off x="0" y="6383867"/>
            <a:ext cx="12192000" cy="482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ahoma" charset="0"/>
              <a:ea typeface="ＭＳ Ｐゴシック" charset="-128"/>
            </a:endParaRPr>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400" y="0"/>
            <a:ext cx="3999220" cy="2043866"/>
          </a:xfrm>
          <a:prstGeom prst="rect">
            <a:avLst/>
          </a:prstGeom>
        </p:spPr>
      </p:pic>
      <p:sp>
        <p:nvSpPr>
          <p:cNvPr id="10" name="Fußzeilenplatzhalter 4"/>
          <p:cNvSpPr>
            <a:spLocks noGrp="1"/>
          </p:cNvSpPr>
          <p:nvPr>
            <p:ph type="ftr" sz="quarter" idx="3"/>
          </p:nvPr>
        </p:nvSpPr>
        <p:spPr>
          <a:xfrm>
            <a:off x="1265656" y="2397300"/>
            <a:ext cx="10202444" cy="1261361"/>
          </a:xfrm>
          <a:prstGeom prst="rect">
            <a:avLst/>
          </a:prstGeom>
        </p:spPr>
        <p:txBody>
          <a:bodyPr/>
          <a:lstStyle>
            <a:lvl1pPr>
              <a:defRPr sz="2400" b="1">
                <a:solidFill>
                  <a:schemeClr val="bg1"/>
                </a:solidFill>
                <a:latin typeface="Tahoma Bold"/>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2816612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Layout FB Wirtschaft - nur Text">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1266286" y="1495167"/>
            <a:ext cx="10200227" cy="4276800"/>
          </a:xfrm>
        </p:spPr>
        <p:txBody>
          <a:bodyPr anchor="t"/>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Textmasterformate durch Klicken bearbeiten</a:t>
            </a:r>
          </a:p>
        </p:txBody>
      </p:sp>
      <p:sp>
        <p:nvSpPr>
          <p:cNvPr id="8" name="Titel 1"/>
          <p:cNvSpPr>
            <a:spLocks noGrp="1"/>
          </p:cNvSpPr>
          <p:nvPr>
            <p:ph type="title"/>
          </p:nvPr>
        </p:nvSpPr>
        <p:spPr>
          <a:xfrm>
            <a:off x="1263967" y="611188"/>
            <a:ext cx="10202546" cy="685800"/>
          </a:xfrm>
        </p:spPr>
        <p:txBody>
          <a:bodyPr/>
          <a:lstStyle/>
          <a:p>
            <a:r>
              <a:rPr lang="de-DE"/>
              <a:t>Titelmasterformat durch Klicken bearbeiten</a:t>
            </a:r>
          </a:p>
        </p:txBody>
      </p:sp>
      <p:sp>
        <p:nvSpPr>
          <p:cNvPr id="6" name="Fußzeilenplatzhalter 4"/>
          <p:cNvSpPr>
            <a:spLocks noGrp="1"/>
          </p:cNvSpPr>
          <p:nvPr>
            <p:ph type="ftr" sz="quarter" idx="3"/>
          </p:nvPr>
        </p:nvSpPr>
        <p:spPr>
          <a:xfrm>
            <a:off x="403749" y="6445663"/>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
        <p:nvSpPr>
          <p:cNvPr id="10" name="Datumsplatzhalter 3"/>
          <p:cNvSpPr>
            <a:spLocks noGrp="1"/>
          </p:cNvSpPr>
          <p:nvPr>
            <p:ph type="dt" sz="half" idx="2"/>
          </p:nvPr>
        </p:nvSpPr>
        <p:spPr>
          <a:xfrm>
            <a:off x="10075693" y="6448154"/>
            <a:ext cx="1485704" cy="365125"/>
          </a:xfrm>
          <a:prstGeom prst="rect">
            <a:avLst/>
          </a:prstGeom>
        </p:spPr>
        <p:txBody>
          <a:bodyPr/>
          <a:lstStyle>
            <a:lvl1pPr algn="r">
              <a:defRPr sz="800">
                <a:solidFill>
                  <a:schemeClr val="bg1"/>
                </a:solidFill>
              </a:defRPr>
            </a:lvl1pPr>
          </a:lstStyle>
          <a:p>
            <a:r>
              <a:rPr lang="de-DE"/>
              <a:t>21.02.2014</a:t>
            </a:r>
          </a:p>
        </p:txBody>
      </p:sp>
    </p:spTree>
    <p:extLst>
      <p:ext uri="{BB962C8B-B14F-4D97-AF65-F5344CB8AC3E}">
        <p14:creationId xmlns:p14="http://schemas.microsoft.com/office/powerpoint/2010/main" val="20687221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yout FB Wirtschaft - Titelfolie">
    <p:spTree>
      <p:nvGrpSpPr>
        <p:cNvPr id="1" name=""/>
        <p:cNvGrpSpPr/>
        <p:nvPr/>
      </p:nvGrpSpPr>
      <p:grpSpPr>
        <a:xfrm>
          <a:off x="0" y="0"/>
          <a:ext cx="0" cy="0"/>
          <a:chOff x="0" y="0"/>
          <a:chExt cx="0" cy="0"/>
        </a:xfrm>
      </p:grpSpPr>
      <p:sp>
        <p:nvSpPr>
          <p:cNvPr id="3079" name="Rectangle 9"/>
          <p:cNvSpPr>
            <a:spLocks noChangeArrowheads="1"/>
          </p:cNvSpPr>
          <p:nvPr userDrawn="1"/>
        </p:nvSpPr>
        <p:spPr bwMode="auto">
          <a:xfrm>
            <a:off x="507600" y="1600200"/>
            <a:ext cx="11694586" cy="4792663"/>
          </a:xfrm>
          <a:prstGeom prst="rect">
            <a:avLst/>
          </a:prstGeom>
          <a:solidFill>
            <a:schemeClr val="accent1"/>
          </a:solidFill>
          <a:ln w="9525">
            <a:noFill/>
            <a:miter lim="800000"/>
            <a:headEnd/>
            <a:tailEnd/>
          </a:ln>
        </p:spPr>
        <p:txBody>
          <a:bodyPr wrap="none" anchor="ctr"/>
          <a:lstStyle/>
          <a:p>
            <a:pPr algn="ctr"/>
            <a:r>
              <a:rPr lang="de-DE" sz="2400">
                <a:solidFill>
                  <a:srgbClr val="CC0A2F"/>
                </a:solidFill>
              </a:rPr>
              <a:t>             </a:t>
            </a:r>
          </a:p>
        </p:txBody>
      </p:sp>
      <p:sp>
        <p:nvSpPr>
          <p:cNvPr id="3075" name="Rectangle 3"/>
          <p:cNvSpPr>
            <a:spLocks noGrp="1" noChangeArrowheads="1"/>
          </p:cNvSpPr>
          <p:nvPr>
            <p:ph type="subTitle" idx="1" hasCustomPrompt="1"/>
          </p:nvPr>
        </p:nvSpPr>
        <p:spPr>
          <a:xfrm>
            <a:off x="1278000" y="5313363"/>
            <a:ext cx="8534400" cy="609600"/>
          </a:xfrm>
        </p:spPr>
        <p:txBody>
          <a:bodyPr/>
          <a:lstStyle>
            <a:lvl1pPr marL="285750" marR="0" indent="-285750" algn="l" defTabSz="914400" rtl="0" eaLnBrk="1" fontAlgn="base" latinLnBrk="0" hangingPunct="1">
              <a:lnSpc>
                <a:spcPts val="1800"/>
              </a:lnSpc>
              <a:spcBef>
                <a:spcPts val="300"/>
              </a:spcBef>
              <a:spcAft>
                <a:spcPct val="0"/>
              </a:spcAft>
              <a:buClr>
                <a:schemeClr val="tx2"/>
              </a:buClr>
              <a:buSzTx/>
              <a:buFont typeface="Times" charset="0"/>
              <a:buNone/>
              <a:tabLst/>
              <a:defRPr sz="1400">
                <a:solidFill>
                  <a:srgbClr val="FFFFFF"/>
                </a:solidFill>
              </a:defRPr>
            </a:lvl1pPr>
          </a:lstStyle>
          <a:p>
            <a:r>
              <a:rPr lang="de-DE"/>
              <a:t>Dr. </a:t>
            </a:r>
            <a:r>
              <a:rPr lang="de-DE" err="1"/>
              <a:t>rer</a:t>
            </a:r>
            <a:r>
              <a:rPr lang="de-DE"/>
              <a:t>. pol Max Mustermann · </a:t>
            </a:r>
            <a:fld id="{B15953E2-1CAD-46A0-A666-3E8E0EC7E0E1}" type="datetime1">
              <a:rPr lang="de-DE" smtClean="0"/>
              <a:pPr/>
              <a:t>25.04.14</a:t>
            </a:fld>
            <a:endParaRPr lang="de-DE"/>
          </a:p>
          <a:p>
            <a:endParaRPr lang="de-DE"/>
          </a:p>
        </p:txBody>
      </p:sp>
      <p:sp>
        <p:nvSpPr>
          <p:cNvPr id="2" name="Rechteck 1"/>
          <p:cNvSpPr/>
          <p:nvPr userDrawn="1"/>
        </p:nvSpPr>
        <p:spPr bwMode="auto">
          <a:xfrm>
            <a:off x="0" y="6383867"/>
            <a:ext cx="12192000" cy="482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ahoma" charset="0"/>
              <a:ea typeface="ＭＳ Ｐゴシック" charset="-128"/>
            </a:endParaRPr>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400" y="0"/>
            <a:ext cx="3999220" cy="2043866"/>
          </a:xfrm>
          <a:prstGeom prst="rect">
            <a:avLst/>
          </a:prstGeom>
        </p:spPr>
      </p:pic>
      <p:sp>
        <p:nvSpPr>
          <p:cNvPr id="10" name="Fußzeilenplatzhalter 4"/>
          <p:cNvSpPr>
            <a:spLocks noGrp="1"/>
          </p:cNvSpPr>
          <p:nvPr>
            <p:ph type="ftr" sz="quarter" idx="3"/>
          </p:nvPr>
        </p:nvSpPr>
        <p:spPr>
          <a:xfrm>
            <a:off x="1265656" y="2397300"/>
            <a:ext cx="10202444" cy="1261361"/>
          </a:xfrm>
          <a:prstGeom prst="rect">
            <a:avLst/>
          </a:prstGeom>
        </p:spPr>
        <p:txBody>
          <a:bodyPr/>
          <a:lstStyle>
            <a:lvl1pPr>
              <a:defRPr sz="2400" b="1">
                <a:solidFill>
                  <a:schemeClr val="bg1"/>
                </a:solidFill>
                <a:latin typeface="Tahoma Bold"/>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17938455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yout FB Wirtschaft - nur Text">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1266286" y="1495167"/>
            <a:ext cx="10200227" cy="4276800"/>
          </a:xfrm>
        </p:spPr>
        <p:txBody>
          <a:bodyPr anchor="t"/>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Textmasterformate durch Klicken bearbeiten</a:t>
            </a:r>
          </a:p>
        </p:txBody>
      </p:sp>
      <p:sp>
        <p:nvSpPr>
          <p:cNvPr id="8" name="Titel 1"/>
          <p:cNvSpPr>
            <a:spLocks noGrp="1"/>
          </p:cNvSpPr>
          <p:nvPr>
            <p:ph type="title"/>
          </p:nvPr>
        </p:nvSpPr>
        <p:spPr>
          <a:xfrm>
            <a:off x="1263967" y="611188"/>
            <a:ext cx="10202546" cy="685800"/>
          </a:xfrm>
        </p:spPr>
        <p:txBody>
          <a:bodyPr/>
          <a:lstStyle/>
          <a:p>
            <a:r>
              <a:rPr lang="de-DE"/>
              <a:t>Titelmasterformat durch Klicken bearbeiten</a:t>
            </a:r>
          </a:p>
        </p:txBody>
      </p:sp>
      <p:sp>
        <p:nvSpPr>
          <p:cNvPr id="6" name="Fußzeilenplatzhalter 4"/>
          <p:cNvSpPr>
            <a:spLocks noGrp="1"/>
          </p:cNvSpPr>
          <p:nvPr>
            <p:ph type="ftr" sz="quarter" idx="3"/>
          </p:nvPr>
        </p:nvSpPr>
        <p:spPr>
          <a:xfrm>
            <a:off x="403749" y="6445663"/>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
        <p:nvSpPr>
          <p:cNvPr id="10" name="Datumsplatzhalter 3"/>
          <p:cNvSpPr>
            <a:spLocks noGrp="1"/>
          </p:cNvSpPr>
          <p:nvPr>
            <p:ph type="dt" sz="half" idx="2"/>
          </p:nvPr>
        </p:nvSpPr>
        <p:spPr>
          <a:xfrm>
            <a:off x="10075693" y="6448154"/>
            <a:ext cx="1485704" cy="365125"/>
          </a:xfrm>
          <a:prstGeom prst="rect">
            <a:avLst/>
          </a:prstGeom>
        </p:spPr>
        <p:txBody>
          <a:bodyPr/>
          <a:lstStyle>
            <a:lvl1pPr algn="r">
              <a:defRPr sz="800">
                <a:solidFill>
                  <a:schemeClr val="bg1"/>
                </a:solidFill>
              </a:defRPr>
            </a:lvl1pPr>
          </a:lstStyle>
          <a:p>
            <a:r>
              <a:rPr lang="de-DE"/>
              <a:t>21.02.2014</a:t>
            </a:r>
          </a:p>
        </p:txBody>
      </p:sp>
    </p:spTree>
    <p:extLst>
      <p:ext uri="{BB962C8B-B14F-4D97-AF65-F5344CB8AC3E}">
        <p14:creationId xmlns:p14="http://schemas.microsoft.com/office/powerpoint/2010/main" val="14931213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yout FB Wirtschaft - nur Bild">
    <p:spTree>
      <p:nvGrpSpPr>
        <p:cNvPr id="1" name=""/>
        <p:cNvGrpSpPr/>
        <p:nvPr/>
      </p:nvGrpSpPr>
      <p:grpSpPr>
        <a:xfrm>
          <a:off x="0" y="0"/>
          <a:ext cx="0" cy="0"/>
          <a:chOff x="0" y="0"/>
          <a:chExt cx="0" cy="0"/>
        </a:xfrm>
      </p:grpSpPr>
      <p:sp>
        <p:nvSpPr>
          <p:cNvPr id="6" name="Titel 1"/>
          <p:cNvSpPr>
            <a:spLocks noGrp="1"/>
          </p:cNvSpPr>
          <p:nvPr>
            <p:ph type="title"/>
          </p:nvPr>
        </p:nvSpPr>
        <p:spPr>
          <a:xfrm>
            <a:off x="1262995" y="611188"/>
            <a:ext cx="10203518" cy="685800"/>
          </a:xfrm>
        </p:spPr>
        <p:txBody>
          <a:bodyPr/>
          <a:lstStyle/>
          <a:p>
            <a:r>
              <a:rPr lang="de-DE"/>
              <a:t>Titelmasterformat durch Klicken bearbeiten</a:t>
            </a:r>
          </a:p>
        </p:txBody>
      </p:sp>
      <p:sp>
        <p:nvSpPr>
          <p:cNvPr id="7" name="Bildplatzhalter 11"/>
          <p:cNvSpPr>
            <a:spLocks noGrp="1"/>
          </p:cNvSpPr>
          <p:nvPr>
            <p:ph type="pic" sz="quarter" idx="13"/>
          </p:nvPr>
        </p:nvSpPr>
        <p:spPr>
          <a:xfrm>
            <a:off x="1361304" y="1594691"/>
            <a:ext cx="10105209" cy="4278312"/>
          </a:xfrm>
        </p:spPr>
        <p:txBody>
          <a:bodyPr/>
          <a:lstStyle>
            <a:lvl1pPr>
              <a:buNone/>
              <a:defRPr/>
            </a:lvl1pPr>
          </a:lstStyle>
          <a:p>
            <a:endParaRPr lang="de-DE"/>
          </a:p>
        </p:txBody>
      </p:sp>
      <p:sp>
        <p:nvSpPr>
          <p:cNvPr id="10" name="Fußzeilenplatzhalter 4"/>
          <p:cNvSpPr>
            <a:spLocks noGrp="1"/>
          </p:cNvSpPr>
          <p:nvPr>
            <p:ph type="ftr" sz="quarter" idx="3"/>
          </p:nvPr>
        </p:nvSpPr>
        <p:spPr>
          <a:xfrm>
            <a:off x="403749" y="6445663"/>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
        <p:nvSpPr>
          <p:cNvPr id="11" name="Datumsplatzhalter 3"/>
          <p:cNvSpPr>
            <a:spLocks noGrp="1"/>
          </p:cNvSpPr>
          <p:nvPr>
            <p:ph type="dt" sz="half" idx="2"/>
          </p:nvPr>
        </p:nvSpPr>
        <p:spPr>
          <a:xfrm>
            <a:off x="10075693" y="6448154"/>
            <a:ext cx="1485704" cy="365125"/>
          </a:xfrm>
          <a:prstGeom prst="rect">
            <a:avLst/>
          </a:prstGeom>
        </p:spPr>
        <p:txBody>
          <a:bodyPr/>
          <a:lstStyle>
            <a:lvl1pPr algn="r">
              <a:defRPr sz="800">
                <a:solidFill>
                  <a:schemeClr val="bg1"/>
                </a:solidFill>
              </a:defRPr>
            </a:lvl1pPr>
          </a:lstStyle>
          <a:p>
            <a:r>
              <a:rPr lang="de-DE"/>
              <a:t>21.02.2014</a:t>
            </a:r>
          </a:p>
        </p:txBody>
      </p:sp>
    </p:spTree>
    <p:extLst>
      <p:ext uri="{BB962C8B-B14F-4D97-AF65-F5344CB8AC3E}">
        <p14:creationId xmlns:p14="http://schemas.microsoft.com/office/powerpoint/2010/main" val="624852881"/>
      </p:ext>
    </p:extLst>
  </p:cSld>
  <p:clrMapOvr>
    <a:masterClrMapping/>
  </p:clrMapOvr>
  <p:extLst>
    <p:ext uri="{DCECCB84-F9BA-43D5-87BE-67443E8EF086}">
      <p15:sldGuideLst xmlns:p15="http://schemas.microsoft.com/office/powerpoint/2012/main">
        <p15:guide id="1" pos="855"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yout FB Wirtschaft - Text + Bild">
    <p:spTree>
      <p:nvGrpSpPr>
        <p:cNvPr id="1" name=""/>
        <p:cNvGrpSpPr/>
        <p:nvPr/>
      </p:nvGrpSpPr>
      <p:grpSpPr>
        <a:xfrm>
          <a:off x="0" y="0"/>
          <a:ext cx="0" cy="0"/>
          <a:chOff x="0" y="0"/>
          <a:chExt cx="0" cy="0"/>
        </a:xfrm>
      </p:grpSpPr>
      <p:sp>
        <p:nvSpPr>
          <p:cNvPr id="2" name="Titel 1"/>
          <p:cNvSpPr>
            <a:spLocks noGrp="1"/>
          </p:cNvSpPr>
          <p:nvPr>
            <p:ph type="title"/>
          </p:nvPr>
        </p:nvSpPr>
        <p:spPr>
          <a:xfrm>
            <a:off x="1265608" y="611188"/>
            <a:ext cx="10207515" cy="685800"/>
          </a:xfrm>
        </p:spPr>
        <p:txBody>
          <a:bodyPr/>
          <a:lstStyle/>
          <a:p>
            <a:r>
              <a:rPr lang="de-DE"/>
              <a:t>Titelmasterformat durch Klicken bearbeiten</a:t>
            </a:r>
          </a:p>
        </p:txBody>
      </p:sp>
      <p:sp>
        <p:nvSpPr>
          <p:cNvPr id="4" name="Inhaltsplatzhalter 3"/>
          <p:cNvSpPr>
            <a:spLocks noGrp="1"/>
          </p:cNvSpPr>
          <p:nvPr>
            <p:ph sz="half" idx="2"/>
          </p:nvPr>
        </p:nvSpPr>
        <p:spPr>
          <a:xfrm>
            <a:off x="6730583" y="1481139"/>
            <a:ext cx="4742540" cy="4405311"/>
          </a:xfrm>
        </p:spPr>
        <p:txBody>
          <a:bodyPr/>
          <a:lstStyle>
            <a:lvl1pPr algn="l">
              <a:buNone/>
              <a:defRPr sz="1800"/>
            </a:lvl1pPr>
            <a:lvl2pPr>
              <a:buNone/>
              <a:defRPr sz="1800"/>
            </a:lvl2pPr>
            <a:lvl3pPr>
              <a:buNone/>
              <a:defRPr sz="1800"/>
            </a:lvl3pPr>
            <a:lvl4pPr>
              <a:buNone/>
              <a:defRPr sz="1800"/>
            </a:lvl4pPr>
            <a:lvl5pPr>
              <a:buNone/>
              <a:defRPr sz="1800"/>
            </a:lvl5pPr>
            <a:lvl6pPr>
              <a:defRPr sz="1800"/>
            </a:lvl6pPr>
            <a:lvl7pPr>
              <a:defRPr sz="1800"/>
            </a:lvl7pPr>
            <a:lvl8pPr>
              <a:defRPr sz="1800"/>
            </a:lvl8pPr>
            <a:lvl9pPr>
              <a:defRPr sz="1800"/>
            </a:lvl9pPr>
          </a:lstStyle>
          <a:p>
            <a:pPr lvl="0"/>
            <a:r>
              <a:rPr lang="de-DE"/>
              <a:t>Textmasterformate durch Klicken bearbeiten</a:t>
            </a:r>
          </a:p>
        </p:txBody>
      </p:sp>
      <p:sp>
        <p:nvSpPr>
          <p:cNvPr id="12" name="Bildplatzhalter 11"/>
          <p:cNvSpPr>
            <a:spLocks noGrp="1"/>
          </p:cNvSpPr>
          <p:nvPr>
            <p:ph type="pic" sz="quarter" idx="13"/>
          </p:nvPr>
        </p:nvSpPr>
        <p:spPr>
          <a:xfrm>
            <a:off x="1362390" y="1594691"/>
            <a:ext cx="4937498" cy="4278312"/>
          </a:xfrm>
        </p:spPr>
        <p:txBody>
          <a:bodyPr/>
          <a:lstStyle>
            <a:lvl1pPr>
              <a:buNone/>
              <a:defRPr/>
            </a:lvl1pPr>
          </a:lstStyle>
          <a:p>
            <a:endParaRPr lang="de-DE"/>
          </a:p>
        </p:txBody>
      </p:sp>
      <p:sp>
        <p:nvSpPr>
          <p:cNvPr id="7" name="Fußzeilenplatzhalter 4"/>
          <p:cNvSpPr>
            <a:spLocks noGrp="1"/>
          </p:cNvSpPr>
          <p:nvPr>
            <p:ph type="ftr" sz="quarter" idx="3"/>
          </p:nvPr>
        </p:nvSpPr>
        <p:spPr>
          <a:xfrm>
            <a:off x="403636" y="6445663"/>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
        <p:nvSpPr>
          <p:cNvPr id="10" name="Datumsplatzhalter 3"/>
          <p:cNvSpPr>
            <a:spLocks noGrp="1"/>
          </p:cNvSpPr>
          <p:nvPr>
            <p:ph type="dt" sz="half" idx="14"/>
          </p:nvPr>
        </p:nvSpPr>
        <p:spPr>
          <a:xfrm>
            <a:off x="10075668" y="6448154"/>
            <a:ext cx="1485704" cy="365125"/>
          </a:xfrm>
          <a:prstGeom prst="rect">
            <a:avLst/>
          </a:prstGeom>
        </p:spPr>
        <p:txBody>
          <a:bodyPr/>
          <a:lstStyle>
            <a:lvl1pPr algn="r">
              <a:defRPr sz="800">
                <a:solidFill>
                  <a:schemeClr val="bg1"/>
                </a:solidFill>
              </a:defRPr>
            </a:lvl1pPr>
          </a:lstStyle>
          <a:p>
            <a:r>
              <a:rPr lang="de-DE"/>
              <a:t>21.02.2014</a:t>
            </a:r>
          </a:p>
        </p:txBody>
      </p:sp>
    </p:spTree>
    <p:extLst>
      <p:ext uri="{BB962C8B-B14F-4D97-AF65-F5344CB8AC3E}">
        <p14:creationId xmlns:p14="http://schemas.microsoft.com/office/powerpoint/2010/main" val="1060022348"/>
      </p:ext>
    </p:extLst>
  </p:cSld>
  <p:clrMapOvr>
    <a:masterClrMapping/>
  </p:clrMapOvr>
  <p:extLst>
    <p:ext uri="{DCECCB84-F9BA-43D5-87BE-67443E8EF086}">
      <p15:sldGuideLst xmlns:p15="http://schemas.microsoft.com/office/powerpoint/2012/main">
        <p15:guide id="1" pos="857"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Layout FB Wirtschaft - nur Aufzählungen">
    <p:spTree>
      <p:nvGrpSpPr>
        <p:cNvPr id="1" name=""/>
        <p:cNvGrpSpPr/>
        <p:nvPr/>
      </p:nvGrpSpPr>
      <p:grpSpPr>
        <a:xfrm>
          <a:off x="0" y="0"/>
          <a:ext cx="0" cy="0"/>
          <a:chOff x="0" y="0"/>
          <a:chExt cx="0" cy="0"/>
        </a:xfrm>
      </p:grpSpPr>
      <p:sp>
        <p:nvSpPr>
          <p:cNvPr id="2" name="Titel 1"/>
          <p:cNvSpPr>
            <a:spLocks noGrp="1"/>
          </p:cNvSpPr>
          <p:nvPr>
            <p:ph type="title"/>
          </p:nvPr>
        </p:nvSpPr>
        <p:spPr>
          <a:xfrm>
            <a:off x="1269548" y="611188"/>
            <a:ext cx="10196965" cy="685800"/>
          </a:xfrm>
        </p:spPr>
        <p:txBody>
          <a:bodyPr/>
          <a:lstStyle/>
          <a:p>
            <a:r>
              <a:rPr lang="de-DE"/>
              <a:t>Titelmasterformat durch Klicken bearbeiten</a:t>
            </a:r>
          </a:p>
        </p:txBody>
      </p:sp>
      <p:sp>
        <p:nvSpPr>
          <p:cNvPr id="3" name="Inhaltsplatzhalter 2"/>
          <p:cNvSpPr>
            <a:spLocks noGrp="1"/>
          </p:cNvSpPr>
          <p:nvPr>
            <p:ph idx="1" hasCustomPrompt="1"/>
          </p:nvPr>
        </p:nvSpPr>
        <p:spPr/>
        <p:txBody>
          <a:bodyPr/>
          <a:lstStyle>
            <a:lvl1pPr marL="285750" indent="-285750">
              <a:buFont typeface="Wingdings" panose="05000000000000000000" pitchFamily="2" charset="2"/>
              <a:buChar char="§"/>
              <a:defRPr/>
            </a:lvl1pPr>
            <a:lvl2pPr marL="808038" indent="-285750">
              <a:buFont typeface="Wingdings" panose="05000000000000000000" pitchFamily="2" charset="2"/>
              <a:buChar char="§"/>
              <a:defRPr/>
            </a:lvl2pPr>
            <a:lvl3pPr marL="1252538" indent="-254000">
              <a:buFont typeface="Wingdings" panose="05000000000000000000" pitchFamily="2" charset="2"/>
              <a:buChar char="§"/>
              <a:defRPr/>
            </a:lvl3pPr>
            <a:lvl4pPr marL="1701800" indent="-284163">
              <a:buFont typeface="Wingdings" panose="05000000000000000000" pitchFamily="2" charset="2"/>
              <a:buChar char="§"/>
              <a:defRPr/>
            </a:lvl4pPr>
            <a:lvl5pPr marL="2151063" indent="-314325">
              <a:buFont typeface="Wingdings" panose="05000000000000000000" pitchFamily="2" charset="2"/>
              <a:buChar char="§"/>
              <a:defRPr/>
            </a:lvl5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4"/>
          <p:cNvSpPr>
            <a:spLocks noGrp="1"/>
          </p:cNvSpPr>
          <p:nvPr>
            <p:ph type="ftr" sz="quarter" idx="3"/>
          </p:nvPr>
        </p:nvSpPr>
        <p:spPr>
          <a:xfrm>
            <a:off x="405572" y="6445663"/>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
        <p:nvSpPr>
          <p:cNvPr id="9" name="Datumsplatzhalter 3"/>
          <p:cNvSpPr>
            <a:spLocks noGrp="1"/>
          </p:cNvSpPr>
          <p:nvPr>
            <p:ph type="dt" sz="half" idx="2"/>
          </p:nvPr>
        </p:nvSpPr>
        <p:spPr>
          <a:xfrm>
            <a:off x="10076940" y="6448154"/>
            <a:ext cx="1485704" cy="365125"/>
          </a:xfrm>
          <a:prstGeom prst="rect">
            <a:avLst/>
          </a:prstGeom>
        </p:spPr>
        <p:txBody>
          <a:bodyPr/>
          <a:lstStyle>
            <a:lvl1pPr algn="r">
              <a:defRPr sz="800">
                <a:solidFill>
                  <a:schemeClr val="bg1"/>
                </a:solidFill>
              </a:defRPr>
            </a:lvl1pPr>
          </a:lstStyle>
          <a:p>
            <a:r>
              <a:rPr lang="de-DE"/>
              <a:t>21.02.2014</a:t>
            </a:r>
          </a:p>
        </p:txBody>
      </p:sp>
    </p:spTree>
    <p:extLst>
      <p:ext uri="{BB962C8B-B14F-4D97-AF65-F5344CB8AC3E}">
        <p14:creationId xmlns:p14="http://schemas.microsoft.com/office/powerpoint/2010/main" val="34051041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ayout FB Wirtschaft - Tabellenvorlagen">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Titelmasterformat durch Klicken bearbeiten</a:t>
            </a:r>
          </a:p>
        </p:txBody>
      </p:sp>
      <p:sp>
        <p:nvSpPr>
          <p:cNvPr id="35" name="Fußzeilenplatzhalter 4"/>
          <p:cNvSpPr>
            <a:spLocks noGrp="1"/>
          </p:cNvSpPr>
          <p:nvPr userDrawn="1">
            <p:ph type="ftr" sz="quarter" idx="3"/>
          </p:nvPr>
        </p:nvSpPr>
        <p:spPr>
          <a:xfrm>
            <a:off x="405574" y="6445663"/>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
        <p:nvSpPr>
          <p:cNvPr id="42" name="Datumsplatzhalter 3"/>
          <p:cNvSpPr>
            <a:spLocks noGrp="1"/>
          </p:cNvSpPr>
          <p:nvPr userDrawn="1">
            <p:ph type="dt" sz="half" idx="2"/>
          </p:nvPr>
        </p:nvSpPr>
        <p:spPr>
          <a:xfrm>
            <a:off x="10073808" y="6448154"/>
            <a:ext cx="1485704" cy="365125"/>
          </a:xfrm>
          <a:prstGeom prst="rect">
            <a:avLst/>
          </a:prstGeom>
        </p:spPr>
        <p:txBody>
          <a:bodyPr/>
          <a:lstStyle>
            <a:lvl1pPr algn="r">
              <a:defRPr sz="800">
                <a:solidFill>
                  <a:schemeClr val="bg1"/>
                </a:solidFill>
              </a:defRPr>
            </a:lvl1pPr>
          </a:lstStyle>
          <a:p>
            <a:r>
              <a:rPr lang="de-DE"/>
              <a:t>21.02.2014</a:t>
            </a:r>
          </a:p>
        </p:txBody>
      </p:sp>
      <p:sp>
        <p:nvSpPr>
          <p:cNvPr id="38" name="Textplatzhalter 37"/>
          <p:cNvSpPr>
            <a:spLocks noGrp="1"/>
          </p:cNvSpPr>
          <p:nvPr>
            <p:ph type="body" sz="quarter" idx="14" hasCustomPrompt="1"/>
          </p:nvPr>
        </p:nvSpPr>
        <p:spPr bwMode="auto">
          <a:xfrm>
            <a:off x="1373755" y="1620773"/>
            <a:ext cx="2217368" cy="249576"/>
          </a:xfrm>
          <a:custGeom>
            <a:avLst/>
            <a:gdLst>
              <a:gd name="connsiteX0" fmla="*/ 0 w 1554762"/>
              <a:gd name="connsiteY0" fmla="*/ 0 h 249576"/>
              <a:gd name="connsiteX1" fmla="*/ 600 w 1554762"/>
              <a:gd name="connsiteY1" fmla="*/ 0 h 249576"/>
              <a:gd name="connsiteX2" fmla="*/ 1554162 w 1554762"/>
              <a:gd name="connsiteY2" fmla="*/ 0 h 249576"/>
              <a:gd name="connsiteX3" fmla="*/ 1554762 w 1554762"/>
              <a:gd name="connsiteY3" fmla="*/ 0 h 249576"/>
              <a:gd name="connsiteX4" fmla="*/ 1554762 w 1554762"/>
              <a:gd name="connsiteY4" fmla="*/ 179556 h 249576"/>
              <a:gd name="connsiteX5" fmla="*/ 843180 w 1554762"/>
              <a:gd name="connsiteY5" fmla="*/ 179556 h 249576"/>
              <a:gd name="connsiteX6" fmla="*/ 777082 w 1554762"/>
              <a:gd name="connsiteY6" fmla="*/ 249576 h 249576"/>
              <a:gd name="connsiteX7" fmla="*/ 710983 w 1554762"/>
              <a:gd name="connsiteY7" fmla="*/ 179556 h 249576"/>
              <a:gd name="connsiteX8" fmla="*/ 600 w 1554762"/>
              <a:gd name="connsiteY8" fmla="*/ 179556 h 249576"/>
              <a:gd name="connsiteX9" fmla="*/ 600 w 1554762"/>
              <a:gd name="connsiteY9" fmla="*/ 174625 h 249576"/>
              <a:gd name="connsiteX10" fmla="*/ 0 w 1554762"/>
              <a:gd name="connsiteY10" fmla="*/ 174625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4762" h="249576">
                <a:moveTo>
                  <a:pt x="0" y="0"/>
                </a:moveTo>
                <a:lnTo>
                  <a:pt x="600" y="0"/>
                </a:lnTo>
                <a:lnTo>
                  <a:pt x="1554162" y="0"/>
                </a:lnTo>
                <a:lnTo>
                  <a:pt x="1554762" y="0"/>
                </a:lnTo>
                <a:lnTo>
                  <a:pt x="1554762" y="179556"/>
                </a:lnTo>
                <a:lnTo>
                  <a:pt x="843180" y="179556"/>
                </a:lnTo>
                <a:lnTo>
                  <a:pt x="777082" y="249576"/>
                </a:lnTo>
                <a:lnTo>
                  <a:pt x="710983" y="179556"/>
                </a:lnTo>
                <a:lnTo>
                  <a:pt x="600" y="179556"/>
                </a:lnTo>
                <a:lnTo>
                  <a:pt x="600" y="174625"/>
                </a:lnTo>
                <a:lnTo>
                  <a:pt x="0" y="174625"/>
                </a:lnTo>
                <a:close/>
              </a:path>
            </a:pathLst>
          </a:custGeom>
          <a:solidFill>
            <a:schemeClr val="accent1"/>
          </a:solidFill>
          <a:ln w="9525">
            <a:no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bg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41" name="Textplatzhalter 40"/>
          <p:cNvSpPr>
            <a:spLocks noGrp="1"/>
          </p:cNvSpPr>
          <p:nvPr>
            <p:ph type="body" sz="quarter" idx="16" hasCustomPrompt="1"/>
          </p:nvPr>
        </p:nvSpPr>
        <p:spPr bwMode="auto">
          <a:xfrm>
            <a:off x="3717383" y="1620773"/>
            <a:ext cx="3035583" cy="249576"/>
          </a:xfrm>
          <a:custGeom>
            <a:avLst/>
            <a:gdLst>
              <a:gd name="connsiteX0" fmla="*/ 0 w 2127053"/>
              <a:gd name="connsiteY0" fmla="*/ 0 h 249576"/>
              <a:gd name="connsiteX1" fmla="*/ 286445 w 2127053"/>
              <a:gd name="connsiteY1" fmla="*/ 0 h 249576"/>
              <a:gd name="connsiteX2" fmla="*/ 1840607 w 2127053"/>
              <a:gd name="connsiteY2" fmla="*/ 0 h 249576"/>
              <a:gd name="connsiteX3" fmla="*/ 2127053 w 2127053"/>
              <a:gd name="connsiteY3" fmla="*/ 0 h 249576"/>
              <a:gd name="connsiteX4" fmla="*/ 2127053 w 2127053"/>
              <a:gd name="connsiteY4" fmla="*/ 179556 h 249576"/>
              <a:gd name="connsiteX5" fmla="*/ 1129625 w 2127053"/>
              <a:gd name="connsiteY5" fmla="*/ 179556 h 249576"/>
              <a:gd name="connsiteX6" fmla="*/ 1063527 w 2127053"/>
              <a:gd name="connsiteY6" fmla="*/ 249576 h 249576"/>
              <a:gd name="connsiteX7" fmla="*/ 997428 w 2127053"/>
              <a:gd name="connsiteY7" fmla="*/ 179556 h 249576"/>
              <a:gd name="connsiteX8" fmla="*/ 0 w 2127053"/>
              <a:gd name="connsiteY8" fmla="*/ 179556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7053" h="249576">
                <a:moveTo>
                  <a:pt x="0" y="0"/>
                </a:moveTo>
                <a:lnTo>
                  <a:pt x="286445" y="0"/>
                </a:lnTo>
                <a:lnTo>
                  <a:pt x="1840607" y="0"/>
                </a:lnTo>
                <a:lnTo>
                  <a:pt x="2127053" y="0"/>
                </a:lnTo>
                <a:lnTo>
                  <a:pt x="2127053" y="179556"/>
                </a:lnTo>
                <a:lnTo>
                  <a:pt x="1129625" y="179556"/>
                </a:lnTo>
                <a:lnTo>
                  <a:pt x="1063527" y="249576"/>
                </a:lnTo>
                <a:lnTo>
                  <a:pt x="997428" y="179556"/>
                </a:lnTo>
                <a:lnTo>
                  <a:pt x="0" y="179556"/>
                </a:lnTo>
                <a:close/>
              </a:path>
            </a:pathLst>
          </a:custGeom>
          <a:solidFill>
            <a:schemeClr val="accent1"/>
          </a:solidFill>
          <a:ln w="9525">
            <a:solidFill>
              <a:schemeClr val="accent1"/>
            </a:solid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bg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43" name="Textplatzhalter 42"/>
          <p:cNvSpPr>
            <a:spLocks noGrp="1"/>
          </p:cNvSpPr>
          <p:nvPr>
            <p:ph type="body" sz="quarter" idx="18" hasCustomPrompt="1"/>
          </p:nvPr>
        </p:nvSpPr>
        <p:spPr bwMode="auto">
          <a:xfrm>
            <a:off x="6870317" y="1620773"/>
            <a:ext cx="4611824" cy="249576"/>
          </a:xfrm>
          <a:custGeom>
            <a:avLst/>
            <a:gdLst>
              <a:gd name="connsiteX0" fmla="*/ 0 w 3232150"/>
              <a:gd name="connsiteY0" fmla="*/ 0 h 249576"/>
              <a:gd name="connsiteX1" fmla="*/ 838994 w 3232150"/>
              <a:gd name="connsiteY1" fmla="*/ 0 h 249576"/>
              <a:gd name="connsiteX2" fmla="*/ 2393156 w 3232150"/>
              <a:gd name="connsiteY2" fmla="*/ 0 h 249576"/>
              <a:gd name="connsiteX3" fmla="*/ 3232150 w 3232150"/>
              <a:gd name="connsiteY3" fmla="*/ 0 h 249576"/>
              <a:gd name="connsiteX4" fmla="*/ 3232150 w 3232150"/>
              <a:gd name="connsiteY4" fmla="*/ 179556 h 249576"/>
              <a:gd name="connsiteX5" fmla="*/ 1682174 w 3232150"/>
              <a:gd name="connsiteY5" fmla="*/ 179556 h 249576"/>
              <a:gd name="connsiteX6" fmla="*/ 1616076 w 3232150"/>
              <a:gd name="connsiteY6" fmla="*/ 249576 h 249576"/>
              <a:gd name="connsiteX7" fmla="*/ 1549977 w 3232150"/>
              <a:gd name="connsiteY7" fmla="*/ 179556 h 249576"/>
              <a:gd name="connsiteX8" fmla="*/ 0 w 3232150"/>
              <a:gd name="connsiteY8" fmla="*/ 179556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2150" h="249576">
                <a:moveTo>
                  <a:pt x="0" y="0"/>
                </a:moveTo>
                <a:lnTo>
                  <a:pt x="838994" y="0"/>
                </a:lnTo>
                <a:lnTo>
                  <a:pt x="2393156" y="0"/>
                </a:lnTo>
                <a:lnTo>
                  <a:pt x="3232150" y="0"/>
                </a:lnTo>
                <a:lnTo>
                  <a:pt x="3232150" y="179556"/>
                </a:lnTo>
                <a:lnTo>
                  <a:pt x="1682174" y="179556"/>
                </a:lnTo>
                <a:lnTo>
                  <a:pt x="1616076" y="249576"/>
                </a:lnTo>
                <a:lnTo>
                  <a:pt x="1549977" y="179556"/>
                </a:lnTo>
                <a:lnTo>
                  <a:pt x="0" y="179556"/>
                </a:lnTo>
                <a:close/>
              </a:path>
            </a:pathLst>
          </a:custGeom>
          <a:solidFill>
            <a:schemeClr val="accent1"/>
          </a:solidFill>
          <a:ln w="9525">
            <a:no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bg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44" name="Textplatzhalter 43"/>
          <p:cNvSpPr>
            <a:spLocks noGrp="1"/>
          </p:cNvSpPr>
          <p:nvPr>
            <p:ph type="body" sz="quarter" idx="22" hasCustomPrompt="1"/>
          </p:nvPr>
        </p:nvSpPr>
        <p:spPr bwMode="auto">
          <a:xfrm>
            <a:off x="1376027" y="2138818"/>
            <a:ext cx="10106114" cy="249576"/>
          </a:xfrm>
          <a:custGeom>
            <a:avLst/>
            <a:gdLst>
              <a:gd name="connsiteX0" fmla="*/ 0 w 7091363"/>
              <a:gd name="connsiteY0" fmla="*/ 0 h 249576"/>
              <a:gd name="connsiteX1" fmla="*/ 2768600 w 7091363"/>
              <a:gd name="connsiteY1" fmla="*/ 0 h 249576"/>
              <a:gd name="connsiteX2" fmla="*/ 4322762 w 7091363"/>
              <a:gd name="connsiteY2" fmla="*/ 0 h 249576"/>
              <a:gd name="connsiteX3" fmla="*/ 7091363 w 7091363"/>
              <a:gd name="connsiteY3" fmla="*/ 0 h 249576"/>
              <a:gd name="connsiteX4" fmla="*/ 7091363 w 7091363"/>
              <a:gd name="connsiteY4" fmla="*/ 179556 h 249576"/>
              <a:gd name="connsiteX5" fmla="*/ 3611780 w 7091363"/>
              <a:gd name="connsiteY5" fmla="*/ 179556 h 249576"/>
              <a:gd name="connsiteX6" fmla="*/ 3545682 w 7091363"/>
              <a:gd name="connsiteY6" fmla="*/ 249576 h 249576"/>
              <a:gd name="connsiteX7" fmla="*/ 3479583 w 7091363"/>
              <a:gd name="connsiteY7" fmla="*/ 179556 h 249576"/>
              <a:gd name="connsiteX8" fmla="*/ 0 w 7091363"/>
              <a:gd name="connsiteY8" fmla="*/ 179556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91363" h="249576">
                <a:moveTo>
                  <a:pt x="0" y="0"/>
                </a:moveTo>
                <a:lnTo>
                  <a:pt x="2768600" y="0"/>
                </a:lnTo>
                <a:lnTo>
                  <a:pt x="4322762" y="0"/>
                </a:lnTo>
                <a:lnTo>
                  <a:pt x="7091363" y="0"/>
                </a:lnTo>
                <a:lnTo>
                  <a:pt x="7091363" y="179556"/>
                </a:lnTo>
                <a:lnTo>
                  <a:pt x="3611780" y="179556"/>
                </a:lnTo>
                <a:lnTo>
                  <a:pt x="3545682" y="249576"/>
                </a:lnTo>
                <a:lnTo>
                  <a:pt x="3479583" y="179556"/>
                </a:lnTo>
                <a:lnTo>
                  <a:pt x="0" y="179556"/>
                </a:lnTo>
                <a:close/>
              </a:path>
            </a:pathLst>
          </a:custGeom>
          <a:solidFill>
            <a:schemeClr val="accent1"/>
          </a:solidFill>
          <a:ln w="9525">
            <a:no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bg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45" name="Freihandform 78"/>
          <p:cNvSpPr txBox="1">
            <a:spLocks/>
          </p:cNvSpPr>
          <p:nvPr userDrawn="1"/>
        </p:nvSpPr>
        <p:spPr bwMode="auto">
          <a:xfrm>
            <a:off x="1364075" y="2726885"/>
            <a:ext cx="10118066" cy="179556"/>
          </a:xfrm>
          <a:custGeom>
            <a:avLst/>
            <a:gdLst>
              <a:gd name="connsiteX0" fmla="*/ 0 w 7091362"/>
              <a:gd name="connsiteY0" fmla="*/ 0 h 179556"/>
              <a:gd name="connsiteX1" fmla="*/ 7091362 w 7091362"/>
              <a:gd name="connsiteY1" fmla="*/ 0 h 179556"/>
              <a:gd name="connsiteX2" fmla="*/ 7091362 w 7091362"/>
              <a:gd name="connsiteY2" fmla="*/ 179556 h 179556"/>
              <a:gd name="connsiteX3" fmla="*/ 3605228 w 7091362"/>
              <a:gd name="connsiteY3" fmla="*/ 179556 h 179556"/>
              <a:gd name="connsiteX4" fmla="*/ 3538536 w 7091362"/>
              <a:gd name="connsiteY4" fmla="*/ 103854 h 179556"/>
              <a:gd name="connsiteX5" fmla="*/ 3471843 w 7091362"/>
              <a:gd name="connsiteY5" fmla="*/ 179556 h 179556"/>
              <a:gd name="connsiteX6" fmla="*/ 0 w 7091362"/>
              <a:gd name="connsiteY6" fmla="*/ 179556 h 179556"/>
              <a:gd name="connsiteX7" fmla="*/ 0 w 7091362"/>
              <a:gd name="connsiteY7" fmla="*/ 0 h 17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91362" h="179556">
                <a:moveTo>
                  <a:pt x="0" y="0"/>
                </a:moveTo>
                <a:lnTo>
                  <a:pt x="7091362" y="0"/>
                </a:lnTo>
                <a:lnTo>
                  <a:pt x="7091362" y="179556"/>
                </a:lnTo>
                <a:lnTo>
                  <a:pt x="3605228" y="179556"/>
                </a:lnTo>
                <a:lnTo>
                  <a:pt x="3538536" y="103854"/>
                </a:lnTo>
                <a:lnTo>
                  <a:pt x="3471843" y="179556"/>
                </a:lnTo>
                <a:lnTo>
                  <a:pt x="0" y="179556"/>
                </a:lnTo>
                <a:lnTo>
                  <a:pt x="0" y="0"/>
                </a:lnTo>
                <a:close/>
              </a:path>
            </a:pathLst>
          </a:custGeom>
          <a:solidFill>
            <a:schemeClr val="accent1"/>
          </a:solidFill>
          <a:ln w="9525">
            <a:noFill/>
            <a:miter lim="800000"/>
            <a:headEnd/>
            <a:tailEnd/>
          </a:ln>
        </p:spPr>
        <p:txBody>
          <a:bodyPr vert="horz" wrap="square" lIns="91440" tIns="45720" rIns="91440" bIns="45720" numCol="1" anchor="t" anchorCtr="0" compatLnSpc="1">
            <a:prstTxWarp prst="textNoShape">
              <a:avLst/>
            </a:prstTxWarp>
            <a:noAutofit/>
          </a:bodyPr>
          <a:lstStyle>
            <a:lvl1pPr marL="0" marR="0" indent="0" algn="ctr" defTabSz="914400" rtl="0" eaLnBrk="0" fontAlgn="base" latinLnBrk="0" hangingPunct="0">
              <a:lnSpc>
                <a:spcPts val="900"/>
              </a:lnSpc>
              <a:spcBef>
                <a:spcPts val="0"/>
              </a:spcBef>
              <a:spcAft>
                <a:spcPts val="0"/>
              </a:spcAft>
              <a:buClrTx/>
              <a:buSzTx/>
              <a:buFontTx/>
              <a:buNone/>
              <a:tabLst/>
              <a:defRPr sz="1800" baseline="0">
                <a:solidFill>
                  <a:schemeClr val="tx1"/>
                </a:solidFill>
                <a:latin typeface="+mn-lt"/>
                <a:ea typeface="+mn-ea"/>
                <a:cs typeface="+mn-cs"/>
              </a:defRPr>
            </a:lvl1pPr>
            <a:lvl2pPr marL="808038" indent="-285750"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2pPr>
            <a:lvl3pPr marL="1257300" indent="-258763"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3pPr>
            <a:lvl4pPr marL="1704975" indent="-287338"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4pPr>
            <a:lvl5pPr marL="2152650" indent="-315913"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5pPr>
            <a:lvl6pPr marL="25225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6pPr>
            <a:lvl7pPr marL="29797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7pPr>
            <a:lvl8pPr marL="34369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8pPr>
            <a:lvl9pPr marL="38941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9pPr>
          </a:lstStyle>
          <a:p>
            <a:r>
              <a:rPr lang="de-DE" sz="1000" kern="0">
                <a:solidFill>
                  <a:schemeClr val="bg1"/>
                </a:solidFill>
                <a:latin typeface="Tahoma" charset="0"/>
                <a:ea typeface="ＭＳ Ｐゴシック" charset="-128"/>
              </a:rPr>
              <a:t> </a:t>
            </a:r>
          </a:p>
        </p:txBody>
      </p:sp>
      <p:sp>
        <p:nvSpPr>
          <p:cNvPr id="46" name="Textplatzhalter 45"/>
          <p:cNvSpPr>
            <a:spLocks noGrp="1"/>
          </p:cNvSpPr>
          <p:nvPr>
            <p:ph type="body" sz="quarter" idx="23" hasCustomPrompt="1"/>
          </p:nvPr>
        </p:nvSpPr>
        <p:spPr bwMode="auto">
          <a:xfrm>
            <a:off x="1382003" y="3496301"/>
            <a:ext cx="2209120" cy="249576"/>
          </a:xfrm>
          <a:custGeom>
            <a:avLst/>
            <a:gdLst>
              <a:gd name="connsiteX0" fmla="*/ 0 w 1554762"/>
              <a:gd name="connsiteY0" fmla="*/ 0 h 249576"/>
              <a:gd name="connsiteX1" fmla="*/ 600 w 1554762"/>
              <a:gd name="connsiteY1" fmla="*/ 0 h 249576"/>
              <a:gd name="connsiteX2" fmla="*/ 1554162 w 1554762"/>
              <a:gd name="connsiteY2" fmla="*/ 0 h 249576"/>
              <a:gd name="connsiteX3" fmla="*/ 1554762 w 1554762"/>
              <a:gd name="connsiteY3" fmla="*/ 0 h 249576"/>
              <a:gd name="connsiteX4" fmla="*/ 1554762 w 1554762"/>
              <a:gd name="connsiteY4" fmla="*/ 179556 h 249576"/>
              <a:gd name="connsiteX5" fmla="*/ 843180 w 1554762"/>
              <a:gd name="connsiteY5" fmla="*/ 179556 h 249576"/>
              <a:gd name="connsiteX6" fmla="*/ 777082 w 1554762"/>
              <a:gd name="connsiteY6" fmla="*/ 249576 h 249576"/>
              <a:gd name="connsiteX7" fmla="*/ 710983 w 1554762"/>
              <a:gd name="connsiteY7" fmla="*/ 179556 h 249576"/>
              <a:gd name="connsiteX8" fmla="*/ 600 w 1554762"/>
              <a:gd name="connsiteY8" fmla="*/ 179556 h 249576"/>
              <a:gd name="connsiteX9" fmla="*/ 600 w 1554762"/>
              <a:gd name="connsiteY9" fmla="*/ 174625 h 249576"/>
              <a:gd name="connsiteX10" fmla="*/ 0 w 1554762"/>
              <a:gd name="connsiteY10" fmla="*/ 174625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4762" h="249576">
                <a:moveTo>
                  <a:pt x="0" y="0"/>
                </a:moveTo>
                <a:lnTo>
                  <a:pt x="600" y="0"/>
                </a:lnTo>
                <a:lnTo>
                  <a:pt x="1554162" y="0"/>
                </a:lnTo>
                <a:lnTo>
                  <a:pt x="1554762" y="0"/>
                </a:lnTo>
                <a:lnTo>
                  <a:pt x="1554762" y="179556"/>
                </a:lnTo>
                <a:lnTo>
                  <a:pt x="843180" y="179556"/>
                </a:lnTo>
                <a:lnTo>
                  <a:pt x="777082" y="249576"/>
                </a:lnTo>
                <a:lnTo>
                  <a:pt x="710983" y="179556"/>
                </a:lnTo>
                <a:lnTo>
                  <a:pt x="600" y="179556"/>
                </a:lnTo>
                <a:lnTo>
                  <a:pt x="600" y="174625"/>
                </a:lnTo>
                <a:lnTo>
                  <a:pt x="0" y="174625"/>
                </a:lnTo>
                <a:close/>
              </a:path>
            </a:pathLst>
          </a:custGeom>
          <a:solidFill>
            <a:schemeClr val="bg1">
              <a:lumMod val="75000"/>
            </a:schemeClr>
          </a:solidFill>
          <a:ln w="9525">
            <a:no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tx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47" name="Textplatzhalter 46"/>
          <p:cNvSpPr>
            <a:spLocks noGrp="1"/>
          </p:cNvSpPr>
          <p:nvPr>
            <p:ph type="body" sz="quarter" idx="24" hasCustomPrompt="1"/>
          </p:nvPr>
        </p:nvSpPr>
        <p:spPr bwMode="auto">
          <a:xfrm>
            <a:off x="3717383" y="3496301"/>
            <a:ext cx="3035583" cy="249576"/>
          </a:xfrm>
          <a:custGeom>
            <a:avLst/>
            <a:gdLst>
              <a:gd name="connsiteX0" fmla="*/ 0 w 2127053"/>
              <a:gd name="connsiteY0" fmla="*/ 0 h 249576"/>
              <a:gd name="connsiteX1" fmla="*/ 286445 w 2127053"/>
              <a:gd name="connsiteY1" fmla="*/ 0 h 249576"/>
              <a:gd name="connsiteX2" fmla="*/ 1840607 w 2127053"/>
              <a:gd name="connsiteY2" fmla="*/ 0 h 249576"/>
              <a:gd name="connsiteX3" fmla="*/ 2127053 w 2127053"/>
              <a:gd name="connsiteY3" fmla="*/ 0 h 249576"/>
              <a:gd name="connsiteX4" fmla="*/ 2127053 w 2127053"/>
              <a:gd name="connsiteY4" fmla="*/ 179556 h 249576"/>
              <a:gd name="connsiteX5" fmla="*/ 1129625 w 2127053"/>
              <a:gd name="connsiteY5" fmla="*/ 179556 h 249576"/>
              <a:gd name="connsiteX6" fmla="*/ 1063527 w 2127053"/>
              <a:gd name="connsiteY6" fmla="*/ 249576 h 249576"/>
              <a:gd name="connsiteX7" fmla="*/ 997428 w 2127053"/>
              <a:gd name="connsiteY7" fmla="*/ 179556 h 249576"/>
              <a:gd name="connsiteX8" fmla="*/ 0 w 2127053"/>
              <a:gd name="connsiteY8" fmla="*/ 179556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7053" h="249576">
                <a:moveTo>
                  <a:pt x="0" y="0"/>
                </a:moveTo>
                <a:lnTo>
                  <a:pt x="286445" y="0"/>
                </a:lnTo>
                <a:lnTo>
                  <a:pt x="1840607" y="0"/>
                </a:lnTo>
                <a:lnTo>
                  <a:pt x="2127053" y="0"/>
                </a:lnTo>
                <a:lnTo>
                  <a:pt x="2127053" y="179556"/>
                </a:lnTo>
                <a:lnTo>
                  <a:pt x="1129625" y="179556"/>
                </a:lnTo>
                <a:lnTo>
                  <a:pt x="1063527" y="249576"/>
                </a:lnTo>
                <a:lnTo>
                  <a:pt x="997428" y="179556"/>
                </a:lnTo>
                <a:lnTo>
                  <a:pt x="0" y="179556"/>
                </a:lnTo>
                <a:close/>
              </a:path>
            </a:pathLst>
          </a:custGeom>
          <a:solidFill>
            <a:schemeClr val="bg1">
              <a:lumMod val="75000"/>
            </a:schemeClr>
          </a:solidFill>
          <a:ln w="9525">
            <a:solidFill>
              <a:schemeClr val="bg1">
                <a:lumMod val="75000"/>
              </a:schemeClr>
            </a:solid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tx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49" name="Textplatzhalter 48"/>
          <p:cNvSpPr>
            <a:spLocks noGrp="1"/>
          </p:cNvSpPr>
          <p:nvPr>
            <p:ph type="body" sz="quarter" idx="25" hasCustomPrompt="1"/>
          </p:nvPr>
        </p:nvSpPr>
        <p:spPr bwMode="auto">
          <a:xfrm>
            <a:off x="6870317" y="3496301"/>
            <a:ext cx="4611824" cy="249576"/>
          </a:xfrm>
          <a:custGeom>
            <a:avLst/>
            <a:gdLst>
              <a:gd name="connsiteX0" fmla="*/ 0 w 3232150"/>
              <a:gd name="connsiteY0" fmla="*/ 0 h 249576"/>
              <a:gd name="connsiteX1" fmla="*/ 838994 w 3232150"/>
              <a:gd name="connsiteY1" fmla="*/ 0 h 249576"/>
              <a:gd name="connsiteX2" fmla="*/ 2393156 w 3232150"/>
              <a:gd name="connsiteY2" fmla="*/ 0 h 249576"/>
              <a:gd name="connsiteX3" fmla="*/ 3232150 w 3232150"/>
              <a:gd name="connsiteY3" fmla="*/ 0 h 249576"/>
              <a:gd name="connsiteX4" fmla="*/ 3232150 w 3232150"/>
              <a:gd name="connsiteY4" fmla="*/ 179556 h 249576"/>
              <a:gd name="connsiteX5" fmla="*/ 1682174 w 3232150"/>
              <a:gd name="connsiteY5" fmla="*/ 179556 h 249576"/>
              <a:gd name="connsiteX6" fmla="*/ 1616076 w 3232150"/>
              <a:gd name="connsiteY6" fmla="*/ 249576 h 249576"/>
              <a:gd name="connsiteX7" fmla="*/ 1549977 w 3232150"/>
              <a:gd name="connsiteY7" fmla="*/ 179556 h 249576"/>
              <a:gd name="connsiteX8" fmla="*/ 0 w 3232150"/>
              <a:gd name="connsiteY8" fmla="*/ 179556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2150" h="249576">
                <a:moveTo>
                  <a:pt x="0" y="0"/>
                </a:moveTo>
                <a:lnTo>
                  <a:pt x="838994" y="0"/>
                </a:lnTo>
                <a:lnTo>
                  <a:pt x="2393156" y="0"/>
                </a:lnTo>
                <a:lnTo>
                  <a:pt x="3232150" y="0"/>
                </a:lnTo>
                <a:lnTo>
                  <a:pt x="3232150" y="179556"/>
                </a:lnTo>
                <a:lnTo>
                  <a:pt x="1682174" y="179556"/>
                </a:lnTo>
                <a:lnTo>
                  <a:pt x="1616076" y="249576"/>
                </a:lnTo>
                <a:lnTo>
                  <a:pt x="1549977" y="179556"/>
                </a:lnTo>
                <a:lnTo>
                  <a:pt x="0" y="179556"/>
                </a:lnTo>
                <a:close/>
              </a:path>
            </a:pathLst>
          </a:custGeom>
          <a:solidFill>
            <a:schemeClr val="bg1">
              <a:lumMod val="75000"/>
            </a:schemeClr>
          </a:solidFill>
          <a:ln w="9525">
            <a:solidFill>
              <a:schemeClr val="bg1">
                <a:lumMod val="75000"/>
              </a:schemeClr>
            </a:solid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tx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50" name="Textplatzhalter 49"/>
          <p:cNvSpPr>
            <a:spLocks noGrp="1"/>
          </p:cNvSpPr>
          <p:nvPr>
            <p:ph type="body" sz="quarter" idx="26" hasCustomPrompt="1"/>
          </p:nvPr>
        </p:nvSpPr>
        <p:spPr bwMode="auto">
          <a:xfrm>
            <a:off x="1382003" y="3999265"/>
            <a:ext cx="10109201" cy="249576"/>
          </a:xfrm>
          <a:custGeom>
            <a:avLst/>
            <a:gdLst>
              <a:gd name="connsiteX0" fmla="*/ 0 w 7091363"/>
              <a:gd name="connsiteY0" fmla="*/ 0 h 249576"/>
              <a:gd name="connsiteX1" fmla="*/ 2768600 w 7091363"/>
              <a:gd name="connsiteY1" fmla="*/ 0 h 249576"/>
              <a:gd name="connsiteX2" fmla="*/ 4322762 w 7091363"/>
              <a:gd name="connsiteY2" fmla="*/ 0 h 249576"/>
              <a:gd name="connsiteX3" fmla="*/ 7091363 w 7091363"/>
              <a:gd name="connsiteY3" fmla="*/ 0 h 249576"/>
              <a:gd name="connsiteX4" fmla="*/ 7091363 w 7091363"/>
              <a:gd name="connsiteY4" fmla="*/ 179556 h 249576"/>
              <a:gd name="connsiteX5" fmla="*/ 3611780 w 7091363"/>
              <a:gd name="connsiteY5" fmla="*/ 179556 h 249576"/>
              <a:gd name="connsiteX6" fmla="*/ 3545682 w 7091363"/>
              <a:gd name="connsiteY6" fmla="*/ 249576 h 249576"/>
              <a:gd name="connsiteX7" fmla="*/ 3479583 w 7091363"/>
              <a:gd name="connsiteY7" fmla="*/ 179556 h 249576"/>
              <a:gd name="connsiteX8" fmla="*/ 0 w 7091363"/>
              <a:gd name="connsiteY8" fmla="*/ 179556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91363" h="249576">
                <a:moveTo>
                  <a:pt x="0" y="0"/>
                </a:moveTo>
                <a:lnTo>
                  <a:pt x="2768600" y="0"/>
                </a:lnTo>
                <a:lnTo>
                  <a:pt x="4322762" y="0"/>
                </a:lnTo>
                <a:lnTo>
                  <a:pt x="7091363" y="0"/>
                </a:lnTo>
                <a:lnTo>
                  <a:pt x="7091363" y="179556"/>
                </a:lnTo>
                <a:lnTo>
                  <a:pt x="3611780" y="179556"/>
                </a:lnTo>
                <a:lnTo>
                  <a:pt x="3545682" y="249576"/>
                </a:lnTo>
                <a:lnTo>
                  <a:pt x="3479583" y="179556"/>
                </a:lnTo>
                <a:lnTo>
                  <a:pt x="0" y="179556"/>
                </a:lnTo>
                <a:close/>
              </a:path>
            </a:pathLst>
          </a:custGeom>
          <a:solidFill>
            <a:schemeClr val="bg1">
              <a:lumMod val="75000"/>
            </a:schemeClr>
          </a:solidFill>
          <a:ln w="9525">
            <a:solidFill>
              <a:schemeClr val="bg1">
                <a:lumMod val="75000"/>
              </a:schemeClr>
            </a:solid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tx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51" name="Freihandform 78"/>
          <p:cNvSpPr txBox="1">
            <a:spLocks/>
          </p:cNvSpPr>
          <p:nvPr userDrawn="1"/>
        </p:nvSpPr>
        <p:spPr bwMode="auto">
          <a:xfrm>
            <a:off x="1370051" y="4585216"/>
            <a:ext cx="10112090" cy="179556"/>
          </a:xfrm>
          <a:custGeom>
            <a:avLst/>
            <a:gdLst>
              <a:gd name="connsiteX0" fmla="*/ 0 w 7091362"/>
              <a:gd name="connsiteY0" fmla="*/ 0 h 179556"/>
              <a:gd name="connsiteX1" fmla="*/ 7091362 w 7091362"/>
              <a:gd name="connsiteY1" fmla="*/ 0 h 179556"/>
              <a:gd name="connsiteX2" fmla="*/ 7091362 w 7091362"/>
              <a:gd name="connsiteY2" fmla="*/ 179556 h 179556"/>
              <a:gd name="connsiteX3" fmla="*/ 3605228 w 7091362"/>
              <a:gd name="connsiteY3" fmla="*/ 179556 h 179556"/>
              <a:gd name="connsiteX4" fmla="*/ 3538536 w 7091362"/>
              <a:gd name="connsiteY4" fmla="*/ 103854 h 179556"/>
              <a:gd name="connsiteX5" fmla="*/ 3471843 w 7091362"/>
              <a:gd name="connsiteY5" fmla="*/ 179556 h 179556"/>
              <a:gd name="connsiteX6" fmla="*/ 0 w 7091362"/>
              <a:gd name="connsiteY6" fmla="*/ 179556 h 179556"/>
              <a:gd name="connsiteX7" fmla="*/ 0 w 7091362"/>
              <a:gd name="connsiteY7" fmla="*/ 0 h 17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91362" h="179556">
                <a:moveTo>
                  <a:pt x="0" y="0"/>
                </a:moveTo>
                <a:lnTo>
                  <a:pt x="7091362" y="0"/>
                </a:lnTo>
                <a:lnTo>
                  <a:pt x="7091362" y="179556"/>
                </a:lnTo>
                <a:lnTo>
                  <a:pt x="3605228" y="179556"/>
                </a:lnTo>
                <a:lnTo>
                  <a:pt x="3538536" y="103854"/>
                </a:lnTo>
                <a:lnTo>
                  <a:pt x="3471843" y="179556"/>
                </a:lnTo>
                <a:lnTo>
                  <a:pt x="0" y="179556"/>
                </a:lnTo>
                <a:lnTo>
                  <a:pt x="0" y="0"/>
                </a:lnTo>
                <a:close/>
              </a:path>
            </a:pathLst>
          </a:custGeom>
          <a:solidFill>
            <a:schemeClr val="bg1">
              <a:lumMod val="75000"/>
            </a:schemeClr>
          </a:solidFill>
          <a:ln w="9525">
            <a:solidFill>
              <a:schemeClr val="bg1">
                <a:lumMod val="75000"/>
              </a:schemeClr>
            </a:solidFill>
            <a:miter lim="800000"/>
            <a:headEnd/>
            <a:tailEnd/>
          </a:ln>
        </p:spPr>
        <p:txBody>
          <a:bodyPr vert="horz" wrap="square" lIns="91440" tIns="45720" rIns="91440" bIns="45720" numCol="1" anchor="t" anchorCtr="0" compatLnSpc="1">
            <a:prstTxWarp prst="textNoShape">
              <a:avLst/>
            </a:prstTxWarp>
            <a:noAutofit/>
          </a:bodyPr>
          <a:lstStyle>
            <a:lvl1pPr marL="0" marR="0" indent="0" algn="ctr" defTabSz="914400" rtl="0" eaLnBrk="0" fontAlgn="base" latinLnBrk="0" hangingPunct="0">
              <a:lnSpc>
                <a:spcPts val="900"/>
              </a:lnSpc>
              <a:spcBef>
                <a:spcPts val="0"/>
              </a:spcBef>
              <a:spcAft>
                <a:spcPts val="0"/>
              </a:spcAft>
              <a:buClrTx/>
              <a:buSzTx/>
              <a:buFontTx/>
              <a:buNone/>
              <a:tabLst/>
              <a:defRPr sz="1800" baseline="0">
                <a:solidFill>
                  <a:schemeClr val="tx1"/>
                </a:solidFill>
                <a:latin typeface="+mn-lt"/>
                <a:ea typeface="+mn-ea"/>
                <a:cs typeface="+mn-cs"/>
              </a:defRPr>
            </a:lvl1pPr>
            <a:lvl2pPr marL="808038" indent="-285750"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2pPr>
            <a:lvl3pPr marL="1257300" indent="-258763"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3pPr>
            <a:lvl4pPr marL="1704975" indent="-287338"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4pPr>
            <a:lvl5pPr marL="2152650" indent="-315913"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5pPr>
            <a:lvl6pPr marL="25225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6pPr>
            <a:lvl7pPr marL="29797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7pPr>
            <a:lvl8pPr marL="34369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8pPr>
            <a:lvl9pPr marL="38941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9pPr>
          </a:lstStyle>
          <a:p>
            <a:r>
              <a:rPr lang="de-DE" sz="1000" kern="0">
                <a:solidFill>
                  <a:schemeClr val="bg1"/>
                </a:solidFill>
                <a:latin typeface="Tahoma" charset="0"/>
                <a:ea typeface="ＭＳ Ｐゴシック" charset="-128"/>
              </a:rPr>
              <a:t> </a:t>
            </a:r>
          </a:p>
        </p:txBody>
      </p:sp>
    </p:spTree>
    <p:extLst>
      <p:ext uri="{BB962C8B-B14F-4D97-AF65-F5344CB8AC3E}">
        <p14:creationId xmlns:p14="http://schemas.microsoft.com/office/powerpoint/2010/main" val="8093123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ayout FB Wirtschaft - Tabellenvorlage 2">
    <p:spTree>
      <p:nvGrpSpPr>
        <p:cNvPr id="1" name=""/>
        <p:cNvGrpSpPr/>
        <p:nvPr/>
      </p:nvGrpSpPr>
      <p:grpSpPr>
        <a:xfrm>
          <a:off x="0" y="0"/>
          <a:ext cx="0" cy="0"/>
          <a:chOff x="0" y="0"/>
          <a:chExt cx="0" cy="0"/>
        </a:xfrm>
      </p:grpSpPr>
      <p:sp>
        <p:nvSpPr>
          <p:cNvPr id="2" name="Titel 1"/>
          <p:cNvSpPr>
            <a:spLocks noGrp="1"/>
          </p:cNvSpPr>
          <p:nvPr userDrawn="1">
            <p:ph type="title" hasCustomPrompt="1"/>
          </p:nvPr>
        </p:nvSpPr>
        <p:spPr/>
        <p:txBody>
          <a:bodyPr/>
          <a:lstStyle/>
          <a:p>
            <a:r>
              <a:rPr lang="de-DE"/>
              <a:t>Titelmasterformat durch Klicken bearbeiten</a:t>
            </a:r>
          </a:p>
        </p:txBody>
      </p:sp>
      <p:sp>
        <p:nvSpPr>
          <p:cNvPr id="41" name="Fußzeilenplatzhalter 4"/>
          <p:cNvSpPr>
            <a:spLocks noGrp="1"/>
          </p:cNvSpPr>
          <p:nvPr userDrawn="1">
            <p:ph type="ftr" sz="quarter" idx="3"/>
          </p:nvPr>
        </p:nvSpPr>
        <p:spPr>
          <a:xfrm>
            <a:off x="402473" y="6445663"/>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
        <p:nvSpPr>
          <p:cNvPr id="42" name="Datumsplatzhalter 3"/>
          <p:cNvSpPr>
            <a:spLocks noGrp="1"/>
          </p:cNvSpPr>
          <p:nvPr userDrawn="1">
            <p:ph type="dt" sz="half" idx="2"/>
          </p:nvPr>
        </p:nvSpPr>
        <p:spPr>
          <a:xfrm>
            <a:off x="10073672" y="6448154"/>
            <a:ext cx="1485704" cy="365125"/>
          </a:xfrm>
          <a:prstGeom prst="rect">
            <a:avLst/>
          </a:prstGeom>
        </p:spPr>
        <p:txBody>
          <a:bodyPr/>
          <a:lstStyle>
            <a:lvl1pPr algn="r">
              <a:defRPr sz="800">
                <a:solidFill>
                  <a:schemeClr val="bg1"/>
                </a:solidFill>
              </a:defRPr>
            </a:lvl1pPr>
          </a:lstStyle>
          <a:p>
            <a:r>
              <a:rPr lang="de-DE"/>
              <a:t>21.02.2014</a:t>
            </a:r>
          </a:p>
        </p:txBody>
      </p:sp>
      <p:sp>
        <p:nvSpPr>
          <p:cNvPr id="33" name="Textplatzhalter 6"/>
          <p:cNvSpPr>
            <a:spLocks noGrp="1"/>
          </p:cNvSpPr>
          <p:nvPr>
            <p:ph type="body" sz="quarter" idx="28" hasCustomPrompt="1"/>
          </p:nvPr>
        </p:nvSpPr>
        <p:spPr>
          <a:xfrm>
            <a:off x="3983173" y="3729962"/>
            <a:ext cx="7497273" cy="408781"/>
          </a:xfrm>
          <a:solidFill>
            <a:schemeClr val="accent1">
              <a:lumMod val="20000"/>
              <a:lumOff val="80000"/>
            </a:schemeClr>
          </a:solidFill>
        </p:spPr>
        <p:txBody>
          <a:bodyPr anchor="t"/>
          <a:lstStyle>
            <a:lvl1pPr marL="108000" indent="0" rtl="0">
              <a:lnSpc>
                <a:spcPct val="100000"/>
              </a:lnSpc>
              <a:buNone/>
              <a:defRPr sz="1000" b="0">
                <a:solidFill>
                  <a:schemeClr val="tx1"/>
                </a:solidFill>
              </a:defRPr>
            </a:lvl1pPr>
          </a:lstStyle>
          <a:p>
            <a:pPr marL="108000" rtl="0"/>
            <a:r>
              <a:rPr lang="de-DE" sz="1000" b="0" i="0" u="none" strike="noStrike" kern="1200" baseline="0" err="1">
                <a:solidFill>
                  <a:schemeClr val="tx1"/>
                </a:solidFill>
                <a:latin typeface="Tahoma" charset="0"/>
                <a:ea typeface="ＭＳ Ｐゴシック" charset="-128"/>
                <a:cs typeface="+mn-cs"/>
              </a:rPr>
              <a:t>Aenean</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lacinia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bibendum</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nulla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sed</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consectetur</a:t>
            </a:r>
            <a:r>
              <a:rPr lang="de-DE" sz="1000" b="0" i="0" u="none" strike="noStrike" kern="1200" baseline="0">
                <a:solidFill>
                  <a:schemeClr val="tx1"/>
                </a:solidFill>
                <a:latin typeface="Tahoma" charset="0"/>
                <a:ea typeface="ＭＳ Ｐゴシック" charset="-128"/>
                <a:cs typeface="+mn-cs"/>
              </a:rPr>
              <a:t>. Maecenas </a:t>
            </a:r>
            <a:r>
              <a:rPr lang="de-DE" sz="1000" b="0" i="0" u="none" strike="noStrike" kern="1200" baseline="0" err="1">
                <a:solidFill>
                  <a:schemeClr val="tx1"/>
                </a:solidFill>
                <a:latin typeface="Tahoma" charset="0"/>
                <a:ea typeface="ＭＳ Ｐゴシック" charset="-128"/>
                <a:cs typeface="+mn-cs"/>
              </a:rPr>
              <a:t>sed</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diam</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eget</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risus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varius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blandit</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sit</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amet</a:t>
            </a:r>
            <a:r>
              <a:rPr lang="de-DE" sz="1000" b="0" i="0" u="none" strike="noStrike" kern="1200" baseline="0">
                <a:solidFill>
                  <a:schemeClr val="tx1"/>
                </a:solidFill>
                <a:latin typeface="Tahoma" charset="0"/>
                <a:ea typeface="ＭＳ Ｐゴシック" charset="-128"/>
                <a:cs typeface="+mn-cs"/>
              </a:rPr>
              <a:t> non magna</a:t>
            </a:r>
          </a:p>
        </p:txBody>
      </p:sp>
      <p:sp>
        <p:nvSpPr>
          <p:cNvPr id="35" name="Textplatzhalter 6"/>
          <p:cNvSpPr>
            <a:spLocks noGrp="1"/>
          </p:cNvSpPr>
          <p:nvPr>
            <p:ph type="body" sz="quarter" idx="24" hasCustomPrompt="1"/>
          </p:nvPr>
        </p:nvSpPr>
        <p:spPr>
          <a:xfrm>
            <a:off x="4078951" y="2028431"/>
            <a:ext cx="7401495" cy="408781"/>
          </a:xfrm>
          <a:solidFill>
            <a:schemeClr val="bg1"/>
          </a:solidFill>
        </p:spPr>
        <p:txBody>
          <a:bodyPr anchor="t"/>
          <a:lstStyle>
            <a:lvl1pPr marL="0" indent="0" rtl="0">
              <a:lnSpc>
                <a:spcPct val="100000"/>
              </a:lnSpc>
              <a:buNone/>
              <a:defRPr sz="1000" b="0">
                <a:solidFill>
                  <a:schemeClr val="tx1"/>
                </a:solidFill>
              </a:defRPr>
            </a:lvl1pPr>
          </a:lstStyle>
          <a:p>
            <a:pPr rtl="0"/>
            <a:r>
              <a:rPr lang="de-DE" sz="1000" b="0" i="0" u="none" strike="noStrike" kern="1200" baseline="0" err="1">
                <a:solidFill>
                  <a:schemeClr val="tx1"/>
                </a:solidFill>
                <a:latin typeface="Tahoma" charset="0"/>
                <a:ea typeface="ＭＳ Ｐゴシック" charset="-128"/>
                <a:cs typeface="+mn-cs"/>
              </a:rPr>
              <a:t>Nulla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vitae</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elit</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libero</a:t>
            </a:r>
            <a:r>
              <a:rPr lang="de-DE" sz="1000" b="0" i="0" u="none" strike="noStrike" kern="1200" baseline="0">
                <a:solidFill>
                  <a:schemeClr val="tx1"/>
                </a:solidFill>
                <a:latin typeface="Tahoma" charset="0"/>
                <a:ea typeface="ＭＳ Ｐゴシック" charset="-128"/>
                <a:cs typeface="+mn-cs"/>
              </a:rPr>
              <a:t>, a </a:t>
            </a:r>
            <a:r>
              <a:rPr lang="de-DE" sz="1000" b="0" i="0" u="none" strike="noStrike" kern="1200" baseline="0" err="1">
                <a:solidFill>
                  <a:schemeClr val="tx1"/>
                </a:solidFill>
                <a:latin typeface="Tahoma" charset="0"/>
                <a:ea typeface="ＭＳ Ｐゴシック" charset="-128"/>
                <a:cs typeface="+mn-cs"/>
              </a:rPr>
              <a:t>pharetra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augue</a:t>
            </a:r>
            <a:endParaRPr lang="de-DE" sz="1000" b="0" i="0" u="none" strike="noStrike" kern="1200" baseline="0">
              <a:solidFill>
                <a:schemeClr val="tx1"/>
              </a:solidFill>
              <a:latin typeface="Tahoma" charset="0"/>
              <a:ea typeface="ＭＳ Ｐゴシック" charset="-128"/>
              <a:cs typeface="+mn-cs"/>
            </a:endParaRPr>
          </a:p>
        </p:txBody>
      </p:sp>
      <p:sp>
        <p:nvSpPr>
          <p:cNvPr id="40" name="Textplatzhalter 6"/>
          <p:cNvSpPr>
            <a:spLocks noGrp="1"/>
          </p:cNvSpPr>
          <p:nvPr>
            <p:ph type="body" sz="quarter" idx="25" hasCustomPrompt="1"/>
          </p:nvPr>
        </p:nvSpPr>
        <p:spPr>
          <a:xfrm>
            <a:off x="4078951" y="2454677"/>
            <a:ext cx="7401495" cy="408781"/>
          </a:xfrm>
          <a:solidFill>
            <a:schemeClr val="bg1"/>
          </a:solidFill>
        </p:spPr>
        <p:txBody>
          <a:bodyPr anchor="t"/>
          <a:lstStyle>
            <a:lvl1pPr marL="0" indent="0" rtl="0">
              <a:lnSpc>
                <a:spcPct val="100000"/>
              </a:lnSpc>
              <a:buNone/>
              <a:defRPr sz="1000" b="0">
                <a:solidFill>
                  <a:schemeClr val="tx1"/>
                </a:solidFill>
              </a:defRPr>
            </a:lvl1pPr>
          </a:lstStyle>
          <a:p>
            <a:pPr rtl="0"/>
            <a:r>
              <a:rPr lang="de-DE" sz="1000" b="0" i="0" u="none" strike="noStrike" kern="1200" baseline="0" err="1">
                <a:solidFill>
                  <a:schemeClr val="tx1"/>
                </a:solidFill>
                <a:latin typeface="Tahoma" charset="0"/>
                <a:ea typeface="ＭＳ Ｐゴシック" charset="-128"/>
                <a:cs typeface="+mn-cs"/>
              </a:rPr>
              <a:t>Nullam</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quis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risus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eget</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urna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mollis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ornare</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vel</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eu</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leo</a:t>
            </a:r>
            <a:r>
              <a:rPr lang="de-DE" sz="1000" b="0" i="0" u="none" strike="noStrike" kern="1200" baseline="0">
                <a:solidFill>
                  <a:schemeClr val="tx1"/>
                </a:solidFill>
                <a:latin typeface="Tahoma" charset="0"/>
                <a:ea typeface="ＭＳ Ｐゴシック" charset="-128"/>
                <a:cs typeface="+mn-cs"/>
              </a:rPr>
              <a:t>. Morbi </a:t>
            </a:r>
            <a:r>
              <a:rPr lang="de-DE" sz="1000" b="0" i="0" u="none" strike="noStrike" kern="1200" baseline="0" err="1">
                <a:solidFill>
                  <a:schemeClr val="tx1"/>
                </a:solidFill>
                <a:latin typeface="Tahoma" charset="0"/>
                <a:ea typeface="ＭＳ Ｐゴシック" charset="-128"/>
                <a:cs typeface="+mn-cs"/>
              </a:rPr>
              <a:t>leo</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risus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porta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ac</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consectetur</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ac</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vestibulum</a:t>
            </a:r>
            <a:r>
              <a:rPr lang="de-DE" sz="1000" b="0" i="0" u="none" strike="noStrike" kern="1200" baseline="0">
                <a:solidFill>
                  <a:schemeClr val="tx1"/>
                </a:solidFill>
                <a:latin typeface="Tahoma" charset="0"/>
                <a:ea typeface="ＭＳ Ｐゴシック" charset="-128"/>
                <a:cs typeface="+mn-cs"/>
              </a:rPr>
              <a:t> at </a:t>
            </a:r>
            <a:r>
              <a:rPr lang="de-DE" sz="1000" b="0" i="0" u="none" strike="noStrike" kern="1200" baseline="0" err="1">
                <a:solidFill>
                  <a:schemeClr val="tx1"/>
                </a:solidFill>
                <a:latin typeface="Tahoma" charset="0"/>
                <a:ea typeface="ＭＳ Ｐゴシック" charset="-128"/>
                <a:cs typeface="+mn-cs"/>
              </a:rPr>
              <a:t>eros</a:t>
            </a:r>
            <a:endParaRPr lang="de-DE" sz="1000" b="0" i="0" u="none" strike="noStrike" kern="1200" baseline="0">
              <a:solidFill>
                <a:schemeClr val="tx1"/>
              </a:solidFill>
              <a:latin typeface="Tahoma" charset="0"/>
              <a:ea typeface="ＭＳ Ｐゴシック" charset="-128"/>
              <a:cs typeface="+mn-cs"/>
            </a:endParaRPr>
          </a:p>
        </p:txBody>
      </p:sp>
      <p:sp>
        <p:nvSpPr>
          <p:cNvPr id="43" name="Textplatzhalter 6"/>
          <p:cNvSpPr>
            <a:spLocks noGrp="1"/>
          </p:cNvSpPr>
          <p:nvPr>
            <p:ph type="body" sz="quarter" idx="26" hasCustomPrompt="1"/>
          </p:nvPr>
        </p:nvSpPr>
        <p:spPr>
          <a:xfrm>
            <a:off x="4078951" y="2880259"/>
            <a:ext cx="7401495" cy="408781"/>
          </a:xfrm>
          <a:solidFill>
            <a:schemeClr val="bg1"/>
          </a:solidFill>
        </p:spPr>
        <p:txBody>
          <a:bodyPr anchor="t"/>
          <a:lstStyle>
            <a:lvl1pPr marL="0" indent="0" rtl="0">
              <a:lnSpc>
                <a:spcPct val="100000"/>
              </a:lnSpc>
              <a:buNone/>
              <a:defRPr sz="1000" b="0">
                <a:solidFill>
                  <a:schemeClr val="tx1"/>
                </a:solidFill>
              </a:defRPr>
            </a:lvl1pPr>
          </a:lstStyle>
          <a:p>
            <a:pPr rtl="0"/>
            <a:r>
              <a:rPr lang="de-DE" sz="1000" b="0" i="0" u="none" strike="noStrike" kern="1200" baseline="0">
                <a:solidFill>
                  <a:schemeClr val="tx1"/>
                </a:solidFill>
                <a:latin typeface="Tahoma" charset="0"/>
                <a:ea typeface="ＭＳ Ｐゴシック" charset="-128"/>
                <a:cs typeface="+mn-cs"/>
              </a:rPr>
              <a:t>Vestibulum </a:t>
            </a:r>
            <a:r>
              <a:rPr lang="de-DE" sz="1000" b="0" i="0" u="none" strike="noStrike" kern="1200" baseline="0" err="1">
                <a:solidFill>
                  <a:schemeClr val="tx1"/>
                </a:solidFill>
                <a:latin typeface="Tahoma" charset="0"/>
                <a:ea typeface="ＭＳ Ｐゴシック" charset="-128"/>
                <a:cs typeface="+mn-cs"/>
              </a:rPr>
              <a:t>id</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ligula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porta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felis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euismod</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semper</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Fusce</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dapibus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tellus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ac</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cursus</a:t>
            </a:r>
            <a:r>
              <a:rPr lang="de-DE" sz="1000" b="0" i="0" u="none" strike="noStrike" kern="1200" baseline="0">
                <a:solidFill>
                  <a:schemeClr val="tx1"/>
                </a:solidFill>
                <a:latin typeface="Tahoma" charset="0"/>
                <a:ea typeface="ＭＳ Ｐゴシック" charset="-128"/>
                <a:cs typeface="+mn-cs"/>
              </a:rPr>
              <a:t> commodo</a:t>
            </a:r>
          </a:p>
        </p:txBody>
      </p:sp>
      <p:sp>
        <p:nvSpPr>
          <p:cNvPr id="44" name="Textplatzhalter 6"/>
          <p:cNvSpPr>
            <a:spLocks noGrp="1"/>
          </p:cNvSpPr>
          <p:nvPr>
            <p:ph type="body" sz="quarter" idx="27" hasCustomPrompt="1"/>
          </p:nvPr>
        </p:nvSpPr>
        <p:spPr>
          <a:xfrm>
            <a:off x="4078951" y="3305518"/>
            <a:ext cx="7401494" cy="408781"/>
          </a:xfrm>
          <a:solidFill>
            <a:schemeClr val="bg1"/>
          </a:solidFill>
        </p:spPr>
        <p:txBody>
          <a:bodyPr anchor="t"/>
          <a:lstStyle>
            <a:lvl1pPr marL="0" indent="0" rtl="0">
              <a:lnSpc>
                <a:spcPct val="100000"/>
              </a:lnSpc>
              <a:buNone/>
              <a:defRPr sz="1000" b="0">
                <a:solidFill>
                  <a:schemeClr val="tx1"/>
                </a:solidFill>
              </a:defRPr>
            </a:lvl1pPr>
          </a:lstStyle>
          <a:p>
            <a:pPr marL="0" rtl="0"/>
            <a:r>
              <a:rPr lang="de-DE" sz="1000" b="0" i="0" u="none" strike="noStrike" kern="1200" baseline="0" err="1">
                <a:solidFill>
                  <a:schemeClr val="tx1"/>
                </a:solidFill>
                <a:latin typeface="Tahoma" charset="0"/>
                <a:ea typeface="ＭＳ Ｐゴシック" charset="-128"/>
                <a:cs typeface="+mn-cs"/>
              </a:rPr>
              <a:t>Lorem</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ipsum</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dolor</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sit</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amet</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consectetur</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adipiscing</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elit</a:t>
            </a:r>
            <a:endParaRPr lang="de-DE" sz="1000" b="0" i="0" u="none" strike="noStrike" kern="1200" baseline="0">
              <a:solidFill>
                <a:schemeClr val="tx1"/>
              </a:solidFill>
              <a:latin typeface="Tahoma" charset="0"/>
              <a:ea typeface="ＭＳ Ｐゴシック" charset="-128"/>
              <a:cs typeface="+mn-cs"/>
            </a:endParaRPr>
          </a:p>
        </p:txBody>
      </p:sp>
      <p:sp>
        <p:nvSpPr>
          <p:cNvPr id="45" name="Textplatzhalter 44"/>
          <p:cNvSpPr>
            <a:spLocks noGrp="1"/>
          </p:cNvSpPr>
          <p:nvPr>
            <p:ph type="body" sz="quarter" idx="18" hasCustomPrompt="1"/>
          </p:nvPr>
        </p:nvSpPr>
        <p:spPr bwMode="auto">
          <a:xfrm>
            <a:off x="1381352" y="2870335"/>
            <a:ext cx="2689792" cy="408781"/>
          </a:xfrm>
          <a:custGeom>
            <a:avLst/>
            <a:gdLst>
              <a:gd name="connsiteX0" fmla="*/ 0 w 2036762"/>
              <a:gd name="connsiteY0" fmla="*/ 0 h 408781"/>
              <a:gd name="connsiteX1" fmla="*/ 1962150 w 2036762"/>
              <a:gd name="connsiteY1" fmla="*/ 0 h 408781"/>
              <a:gd name="connsiteX2" fmla="*/ 1962150 w 2036762"/>
              <a:gd name="connsiteY2" fmla="*/ 120387 h 408781"/>
              <a:gd name="connsiteX3" fmla="*/ 1962150 w 2036762"/>
              <a:gd name="connsiteY3" fmla="*/ 141629 h 408781"/>
              <a:gd name="connsiteX4" fmla="*/ 2036762 w 2036762"/>
              <a:gd name="connsiteY4" fmla="*/ 204390 h 408781"/>
              <a:gd name="connsiteX5" fmla="*/ 1962150 w 2036762"/>
              <a:gd name="connsiteY5" fmla="*/ 267151 h 408781"/>
              <a:gd name="connsiteX6" fmla="*/ 1962150 w 2036762"/>
              <a:gd name="connsiteY6" fmla="*/ 301362 h 408781"/>
              <a:gd name="connsiteX7" fmla="*/ 1962150 w 2036762"/>
              <a:gd name="connsiteY7" fmla="*/ 408781 h 408781"/>
              <a:gd name="connsiteX8" fmla="*/ 0 w 2036762"/>
              <a:gd name="connsiteY8" fmla="*/ 408781 h 40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6762" h="408781">
                <a:moveTo>
                  <a:pt x="0" y="0"/>
                </a:moveTo>
                <a:lnTo>
                  <a:pt x="1962150" y="0"/>
                </a:lnTo>
                <a:lnTo>
                  <a:pt x="1962150" y="120387"/>
                </a:lnTo>
                <a:lnTo>
                  <a:pt x="1962150" y="141629"/>
                </a:lnTo>
                <a:lnTo>
                  <a:pt x="2036762" y="204390"/>
                </a:lnTo>
                <a:lnTo>
                  <a:pt x="1962150" y="267151"/>
                </a:lnTo>
                <a:lnTo>
                  <a:pt x="1962150" y="301362"/>
                </a:lnTo>
                <a:lnTo>
                  <a:pt x="1962150" y="408781"/>
                </a:lnTo>
                <a:lnTo>
                  <a:pt x="0" y="408781"/>
                </a:lnTo>
                <a:close/>
              </a:path>
            </a:pathLst>
          </a:custGeom>
          <a:solidFill>
            <a:schemeClr val="accent1">
              <a:lumMod val="20000"/>
              <a:lumOff val="80000"/>
            </a:schemeClr>
          </a:solidFill>
          <a:ln w="9525">
            <a:noFill/>
            <a:miter lim="800000"/>
            <a:headEnd/>
            <a:tailEnd/>
          </a:ln>
        </p:spPr>
        <p:txBody>
          <a:bodyPr wrap="square" anchor="t">
            <a:noAutofit/>
          </a:bodyPr>
          <a:lstStyle>
            <a:lvl1pPr marL="0" indent="0">
              <a:lnSpc>
                <a:spcPct val="100000"/>
              </a:lnSpc>
              <a:spcBef>
                <a:spcPts val="0"/>
              </a:spcBef>
              <a:buNone/>
              <a:defRPr sz="1000" b="0" baseline="0">
                <a:solidFill>
                  <a:schemeClr val="tx1"/>
                </a:solidFill>
              </a:defRPr>
            </a:lvl1pPr>
          </a:lstStyle>
          <a:p>
            <a:pPr lvl="0"/>
            <a:r>
              <a:rPr lang="de-DE"/>
              <a:t>Medizininformatik (B. Sc.)</a:t>
            </a:r>
          </a:p>
        </p:txBody>
      </p:sp>
      <p:sp>
        <p:nvSpPr>
          <p:cNvPr id="46" name="SmartArt-Platzhalter 45"/>
          <p:cNvSpPr>
            <a:spLocks noGrp="1"/>
          </p:cNvSpPr>
          <p:nvPr>
            <p:ph type="dgm" sz="quarter" idx="14" hasCustomPrompt="1"/>
          </p:nvPr>
        </p:nvSpPr>
        <p:spPr bwMode="auto">
          <a:xfrm>
            <a:off x="1387702" y="2433374"/>
            <a:ext cx="2592000" cy="8467"/>
          </a:xfrm>
          <a:custGeom>
            <a:avLst/>
            <a:gdLst>
              <a:gd name="connsiteX0" fmla="*/ 0 w 1944000"/>
              <a:gd name="connsiteY0" fmla="*/ 0 h 8467"/>
              <a:gd name="connsiteX1" fmla="*/ 1944000 w 1944000"/>
              <a:gd name="connsiteY1" fmla="*/ 0 h 8467"/>
              <a:gd name="connsiteX2" fmla="*/ 1944000 w 1944000"/>
              <a:gd name="connsiteY2" fmla="*/ 8467 h 8467"/>
              <a:gd name="connsiteX3" fmla="*/ 0 w 1944000"/>
              <a:gd name="connsiteY3" fmla="*/ 8467 h 8467"/>
            </a:gdLst>
            <a:ahLst/>
            <a:cxnLst>
              <a:cxn ang="0">
                <a:pos x="connsiteX0" y="connsiteY0"/>
              </a:cxn>
              <a:cxn ang="0">
                <a:pos x="connsiteX1" y="connsiteY1"/>
              </a:cxn>
              <a:cxn ang="0">
                <a:pos x="connsiteX2" y="connsiteY2"/>
              </a:cxn>
              <a:cxn ang="0">
                <a:pos x="connsiteX3" y="connsiteY3"/>
              </a:cxn>
            </a:cxnLst>
            <a:rect l="l" t="t" r="r" b="b"/>
            <a:pathLst>
              <a:path w="1944000" h="8467">
                <a:moveTo>
                  <a:pt x="0" y="0"/>
                </a:moveTo>
                <a:lnTo>
                  <a:pt x="1944000" y="0"/>
                </a:lnTo>
                <a:lnTo>
                  <a:pt x="1944000" y="8467"/>
                </a:lnTo>
                <a:lnTo>
                  <a:pt x="0" y="8467"/>
                </a:lnTo>
                <a:close/>
              </a:path>
            </a:pathLst>
          </a:custGeom>
          <a:noFill/>
          <a:ln w="9525">
            <a:solidFill>
              <a:schemeClr val="tx1">
                <a:alpha val="95000"/>
              </a:schemeClr>
            </a:solidFill>
            <a:miter lim="800000"/>
            <a:headEnd/>
            <a:tailEnd/>
          </a:ln>
        </p:spPr>
        <p:txBody>
          <a:bodyPr wrap="square">
            <a:noAutofit/>
          </a:bodyPr>
          <a:lstStyle>
            <a:lvl1pPr marL="0" indent="0">
              <a:buNone/>
              <a:defRPr/>
            </a:lvl1pPr>
          </a:lstStyle>
          <a:p>
            <a:r>
              <a:rPr lang="de-DE"/>
              <a:t> </a:t>
            </a:r>
          </a:p>
        </p:txBody>
      </p:sp>
      <p:sp>
        <p:nvSpPr>
          <p:cNvPr id="47" name="SmartArt-Platzhalter 46"/>
          <p:cNvSpPr>
            <a:spLocks noGrp="1"/>
          </p:cNvSpPr>
          <p:nvPr>
            <p:ph type="dgm" sz="quarter" idx="19" hasCustomPrompt="1"/>
          </p:nvPr>
        </p:nvSpPr>
        <p:spPr bwMode="auto">
          <a:xfrm>
            <a:off x="1384527" y="2850790"/>
            <a:ext cx="2592000" cy="8467"/>
          </a:xfrm>
          <a:custGeom>
            <a:avLst/>
            <a:gdLst>
              <a:gd name="connsiteX0" fmla="*/ 0 w 1944000"/>
              <a:gd name="connsiteY0" fmla="*/ 0 h 8467"/>
              <a:gd name="connsiteX1" fmla="*/ 1944000 w 1944000"/>
              <a:gd name="connsiteY1" fmla="*/ 0 h 8467"/>
              <a:gd name="connsiteX2" fmla="*/ 1944000 w 1944000"/>
              <a:gd name="connsiteY2" fmla="*/ 8467 h 8467"/>
              <a:gd name="connsiteX3" fmla="*/ 0 w 1944000"/>
              <a:gd name="connsiteY3" fmla="*/ 8467 h 8467"/>
            </a:gdLst>
            <a:ahLst/>
            <a:cxnLst>
              <a:cxn ang="0">
                <a:pos x="connsiteX0" y="connsiteY0"/>
              </a:cxn>
              <a:cxn ang="0">
                <a:pos x="connsiteX1" y="connsiteY1"/>
              </a:cxn>
              <a:cxn ang="0">
                <a:pos x="connsiteX2" y="connsiteY2"/>
              </a:cxn>
              <a:cxn ang="0">
                <a:pos x="connsiteX3" y="connsiteY3"/>
              </a:cxn>
            </a:cxnLst>
            <a:rect l="l" t="t" r="r" b="b"/>
            <a:pathLst>
              <a:path w="1944000" h="8467">
                <a:moveTo>
                  <a:pt x="0" y="0"/>
                </a:moveTo>
                <a:lnTo>
                  <a:pt x="1944000" y="0"/>
                </a:lnTo>
                <a:lnTo>
                  <a:pt x="1944000" y="8467"/>
                </a:lnTo>
                <a:lnTo>
                  <a:pt x="0" y="8467"/>
                </a:lnTo>
                <a:close/>
              </a:path>
            </a:pathLst>
          </a:custGeom>
          <a:noFill/>
          <a:ln w="9525">
            <a:solidFill>
              <a:schemeClr val="tx1">
                <a:alpha val="95000"/>
              </a:schemeClr>
            </a:solidFill>
            <a:miter lim="800000"/>
            <a:headEnd/>
            <a:tailEnd/>
          </a:ln>
        </p:spPr>
        <p:txBody>
          <a:bodyPr wrap="square">
            <a:noAutofit/>
          </a:bodyPr>
          <a:lstStyle>
            <a:lvl1pPr marL="0" indent="0">
              <a:buNone/>
              <a:defRPr/>
            </a:lvl1pPr>
          </a:lstStyle>
          <a:p>
            <a:r>
              <a:rPr lang="de-DE"/>
              <a:t> </a:t>
            </a:r>
          </a:p>
        </p:txBody>
      </p:sp>
      <p:sp>
        <p:nvSpPr>
          <p:cNvPr id="48" name="SmartArt-Platzhalter 47"/>
          <p:cNvSpPr>
            <a:spLocks noGrp="1"/>
          </p:cNvSpPr>
          <p:nvPr>
            <p:ph type="dgm" sz="quarter" idx="21" hasCustomPrompt="1"/>
          </p:nvPr>
        </p:nvSpPr>
        <p:spPr bwMode="auto">
          <a:xfrm>
            <a:off x="1384527" y="3284936"/>
            <a:ext cx="2592000" cy="8467"/>
          </a:xfrm>
          <a:custGeom>
            <a:avLst/>
            <a:gdLst>
              <a:gd name="connsiteX0" fmla="*/ 0 w 1944000"/>
              <a:gd name="connsiteY0" fmla="*/ 0 h 8467"/>
              <a:gd name="connsiteX1" fmla="*/ 1944000 w 1944000"/>
              <a:gd name="connsiteY1" fmla="*/ 0 h 8467"/>
              <a:gd name="connsiteX2" fmla="*/ 1944000 w 1944000"/>
              <a:gd name="connsiteY2" fmla="*/ 8467 h 8467"/>
              <a:gd name="connsiteX3" fmla="*/ 0 w 1944000"/>
              <a:gd name="connsiteY3" fmla="*/ 8467 h 8467"/>
            </a:gdLst>
            <a:ahLst/>
            <a:cxnLst>
              <a:cxn ang="0">
                <a:pos x="connsiteX0" y="connsiteY0"/>
              </a:cxn>
              <a:cxn ang="0">
                <a:pos x="connsiteX1" y="connsiteY1"/>
              </a:cxn>
              <a:cxn ang="0">
                <a:pos x="connsiteX2" y="connsiteY2"/>
              </a:cxn>
              <a:cxn ang="0">
                <a:pos x="connsiteX3" y="connsiteY3"/>
              </a:cxn>
            </a:cxnLst>
            <a:rect l="l" t="t" r="r" b="b"/>
            <a:pathLst>
              <a:path w="1944000" h="8467">
                <a:moveTo>
                  <a:pt x="0" y="0"/>
                </a:moveTo>
                <a:lnTo>
                  <a:pt x="1944000" y="0"/>
                </a:lnTo>
                <a:lnTo>
                  <a:pt x="1944000" y="8467"/>
                </a:lnTo>
                <a:lnTo>
                  <a:pt x="0" y="8467"/>
                </a:lnTo>
                <a:close/>
              </a:path>
            </a:pathLst>
          </a:custGeom>
          <a:solidFill>
            <a:schemeClr val="tx1"/>
          </a:solidFill>
          <a:ln w="9525">
            <a:solidFill>
              <a:schemeClr val="tx1">
                <a:alpha val="95000"/>
              </a:schemeClr>
            </a:solidFill>
            <a:miter lim="800000"/>
            <a:headEnd/>
            <a:tailEnd/>
          </a:ln>
        </p:spPr>
        <p:txBody>
          <a:bodyPr wrap="square">
            <a:noAutofit/>
          </a:bodyPr>
          <a:lstStyle>
            <a:lvl1pPr marL="0" indent="0">
              <a:buNone/>
              <a:defRPr/>
            </a:lvl1pPr>
          </a:lstStyle>
          <a:p>
            <a:r>
              <a:rPr lang="de-DE"/>
              <a:t> </a:t>
            </a:r>
          </a:p>
        </p:txBody>
      </p:sp>
      <p:sp>
        <p:nvSpPr>
          <p:cNvPr id="49" name="SmartArt-Platzhalter 48"/>
          <p:cNvSpPr>
            <a:spLocks noGrp="1"/>
          </p:cNvSpPr>
          <p:nvPr>
            <p:ph type="dgm" sz="quarter" idx="23" hasCustomPrompt="1"/>
          </p:nvPr>
        </p:nvSpPr>
        <p:spPr bwMode="auto">
          <a:xfrm>
            <a:off x="1384527" y="3702712"/>
            <a:ext cx="2592000" cy="8467"/>
          </a:xfrm>
          <a:custGeom>
            <a:avLst/>
            <a:gdLst>
              <a:gd name="connsiteX0" fmla="*/ 0 w 1944000"/>
              <a:gd name="connsiteY0" fmla="*/ 0 h 8467"/>
              <a:gd name="connsiteX1" fmla="*/ 1944000 w 1944000"/>
              <a:gd name="connsiteY1" fmla="*/ 0 h 8467"/>
              <a:gd name="connsiteX2" fmla="*/ 1944000 w 1944000"/>
              <a:gd name="connsiteY2" fmla="*/ 8467 h 8467"/>
              <a:gd name="connsiteX3" fmla="*/ 0 w 1944000"/>
              <a:gd name="connsiteY3" fmla="*/ 8467 h 8467"/>
            </a:gdLst>
            <a:ahLst/>
            <a:cxnLst>
              <a:cxn ang="0">
                <a:pos x="connsiteX0" y="connsiteY0"/>
              </a:cxn>
              <a:cxn ang="0">
                <a:pos x="connsiteX1" y="connsiteY1"/>
              </a:cxn>
              <a:cxn ang="0">
                <a:pos x="connsiteX2" y="connsiteY2"/>
              </a:cxn>
              <a:cxn ang="0">
                <a:pos x="connsiteX3" y="connsiteY3"/>
              </a:cxn>
            </a:cxnLst>
            <a:rect l="l" t="t" r="r" b="b"/>
            <a:pathLst>
              <a:path w="1944000" h="8467">
                <a:moveTo>
                  <a:pt x="0" y="0"/>
                </a:moveTo>
                <a:lnTo>
                  <a:pt x="1944000" y="0"/>
                </a:lnTo>
                <a:lnTo>
                  <a:pt x="1944000" y="8467"/>
                </a:lnTo>
                <a:lnTo>
                  <a:pt x="0" y="8467"/>
                </a:lnTo>
                <a:close/>
              </a:path>
            </a:pathLst>
          </a:custGeom>
          <a:noFill/>
          <a:ln w="9525">
            <a:solidFill>
              <a:schemeClr val="tx1">
                <a:alpha val="95000"/>
              </a:schemeClr>
            </a:solidFill>
            <a:miter lim="800000"/>
            <a:headEnd/>
            <a:tailEnd/>
          </a:ln>
        </p:spPr>
        <p:txBody>
          <a:bodyPr wrap="square">
            <a:noAutofit/>
          </a:bodyPr>
          <a:lstStyle>
            <a:lvl1pPr marL="0" indent="0">
              <a:buNone/>
              <a:defRPr/>
            </a:lvl1pPr>
          </a:lstStyle>
          <a:p>
            <a:r>
              <a:rPr lang="de-DE"/>
              <a:t> </a:t>
            </a:r>
          </a:p>
        </p:txBody>
      </p:sp>
      <p:sp>
        <p:nvSpPr>
          <p:cNvPr id="50" name="Textplatzhalter 49"/>
          <p:cNvSpPr>
            <a:spLocks noGrp="1"/>
          </p:cNvSpPr>
          <p:nvPr>
            <p:ph type="body" sz="quarter" idx="13" hasCustomPrompt="1"/>
          </p:nvPr>
        </p:nvSpPr>
        <p:spPr bwMode="auto">
          <a:xfrm>
            <a:off x="1381352" y="2444753"/>
            <a:ext cx="2689792" cy="408781"/>
          </a:xfrm>
          <a:custGeom>
            <a:avLst/>
            <a:gdLst>
              <a:gd name="connsiteX0" fmla="*/ 0 w 2036762"/>
              <a:gd name="connsiteY0" fmla="*/ 0 h 408781"/>
              <a:gd name="connsiteX1" fmla="*/ 1962150 w 2036762"/>
              <a:gd name="connsiteY1" fmla="*/ 0 h 408781"/>
              <a:gd name="connsiteX2" fmla="*/ 1962150 w 2036762"/>
              <a:gd name="connsiteY2" fmla="*/ 120387 h 408781"/>
              <a:gd name="connsiteX3" fmla="*/ 1962150 w 2036762"/>
              <a:gd name="connsiteY3" fmla="*/ 141629 h 408781"/>
              <a:gd name="connsiteX4" fmla="*/ 2036762 w 2036762"/>
              <a:gd name="connsiteY4" fmla="*/ 204390 h 408781"/>
              <a:gd name="connsiteX5" fmla="*/ 1962150 w 2036762"/>
              <a:gd name="connsiteY5" fmla="*/ 267151 h 408781"/>
              <a:gd name="connsiteX6" fmla="*/ 1962150 w 2036762"/>
              <a:gd name="connsiteY6" fmla="*/ 301362 h 408781"/>
              <a:gd name="connsiteX7" fmla="*/ 1962150 w 2036762"/>
              <a:gd name="connsiteY7" fmla="*/ 408781 h 408781"/>
              <a:gd name="connsiteX8" fmla="*/ 0 w 2036762"/>
              <a:gd name="connsiteY8" fmla="*/ 408781 h 40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6762" h="408781">
                <a:moveTo>
                  <a:pt x="0" y="0"/>
                </a:moveTo>
                <a:lnTo>
                  <a:pt x="1962150" y="0"/>
                </a:lnTo>
                <a:lnTo>
                  <a:pt x="1962150" y="120387"/>
                </a:lnTo>
                <a:lnTo>
                  <a:pt x="1962150" y="141629"/>
                </a:lnTo>
                <a:lnTo>
                  <a:pt x="2036762" y="204390"/>
                </a:lnTo>
                <a:lnTo>
                  <a:pt x="1962150" y="267151"/>
                </a:lnTo>
                <a:lnTo>
                  <a:pt x="1962150" y="301362"/>
                </a:lnTo>
                <a:lnTo>
                  <a:pt x="1962150" y="408781"/>
                </a:lnTo>
                <a:lnTo>
                  <a:pt x="0" y="408781"/>
                </a:lnTo>
                <a:close/>
              </a:path>
            </a:pathLst>
          </a:custGeom>
          <a:solidFill>
            <a:schemeClr val="accent1">
              <a:lumMod val="20000"/>
              <a:lumOff val="80000"/>
            </a:schemeClr>
          </a:solidFill>
          <a:ln w="9525">
            <a:noFill/>
            <a:miter lim="800000"/>
            <a:headEnd/>
            <a:tailEnd/>
          </a:ln>
        </p:spPr>
        <p:txBody>
          <a:bodyPr wrap="square" anchor="t">
            <a:noAutofit/>
          </a:bodyPr>
          <a:lstStyle>
            <a:lvl1pPr marL="0" indent="0">
              <a:lnSpc>
                <a:spcPct val="100000"/>
              </a:lnSpc>
              <a:spcBef>
                <a:spcPts val="0"/>
              </a:spcBef>
              <a:buNone/>
              <a:defRPr sz="1000" b="0" baseline="0">
                <a:solidFill>
                  <a:schemeClr val="tx1"/>
                </a:solidFill>
              </a:defRPr>
            </a:lvl1pPr>
          </a:lstStyle>
          <a:p>
            <a:pPr lvl="0"/>
            <a:r>
              <a:rPr lang="de-DE"/>
              <a:t>Informatik (B. Sc., M. Sc.)</a:t>
            </a:r>
          </a:p>
        </p:txBody>
      </p:sp>
      <p:sp>
        <p:nvSpPr>
          <p:cNvPr id="51" name="Textplatzhalter 50"/>
          <p:cNvSpPr>
            <a:spLocks noGrp="1"/>
          </p:cNvSpPr>
          <p:nvPr>
            <p:ph type="body" sz="quarter" idx="16" hasCustomPrompt="1"/>
          </p:nvPr>
        </p:nvSpPr>
        <p:spPr bwMode="auto">
          <a:xfrm>
            <a:off x="1381351" y="2018506"/>
            <a:ext cx="2689793" cy="408781"/>
          </a:xfrm>
          <a:custGeom>
            <a:avLst/>
            <a:gdLst>
              <a:gd name="connsiteX0" fmla="*/ 0 w 2036762"/>
              <a:gd name="connsiteY0" fmla="*/ 0 h 408781"/>
              <a:gd name="connsiteX1" fmla="*/ 1962150 w 2036762"/>
              <a:gd name="connsiteY1" fmla="*/ 0 h 408781"/>
              <a:gd name="connsiteX2" fmla="*/ 1962150 w 2036762"/>
              <a:gd name="connsiteY2" fmla="*/ 120387 h 408781"/>
              <a:gd name="connsiteX3" fmla="*/ 1962150 w 2036762"/>
              <a:gd name="connsiteY3" fmla="*/ 141629 h 408781"/>
              <a:gd name="connsiteX4" fmla="*/ 2036762 w 2036762"/>
              <a:gd name="connsiteY4" fmla="*/ 204390 h 408781"/>
              <a:gd name="connsiteX5" fmla="*/ 1962150 w 2036762"/>
              <a:gd name="connsiteY5" fmla="*/ 267151 h 408781"/>
              <a:gd name="connsiteX6" fmla="*/ 1962150 w 2036762"/>
              <a:gd name="connsiteY6" fmla="*/ 301362 h 408781"/>
              <a:gd name="connsiteX7" fmla="*/ 1962150 w 2036762"/>
              <a:gd name="connsiteY7" fmla="*/ 408781 h 408781"/>
              <a:gd name="connsiteX8" fmla="*/ 0 w 2036762"/>
              <a:gd name="connsiteY8" fmla="*/ 408781 h 40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6762" h="408781">
                <a:moveTo>
                  <a:pt x="0" y="0"/>
                </a:moveTo>
                <a:lnTo>
                  <a:pt x="1962150" y="0"/>
                </a:lnTo>
                <a:lnTo>
                  <a:pt x="1962150" y="120387"/>
                </a:lnTo>
                <a:lnTo>
                  <a:pt x="1962150" y="141629"/>
                </a:lnTo>
                <a:lnTo>
                  <a:pt x="2036762" y="204390"/>
                </a:lnTo>
                <a:lnTo>
                  <a:pt x="1962150" y="267151"/>
                </a:lnTo>
                <a:lnTo>
                  <a:pt x="1962150" y="301362"/>
                </a:lnTo>
                <a:lnTo>
                  <a:pt x="1962150" y="408781"/>
                </a:lnTo>
                <a:lnTo>
                  <a:pt x="0" y="408781"/>
                </a:lnTo>
                <a:close/>
              </a:path>
            </a:pathLst>
          </a:custGeom>
          <a:solidFill>
            <a:schemeClr val="accent1">
              <a:lumMod val="20000"/>
              <a:lumOff val="80000"/>
            </a:schemeClr>
          </a:solidFill>
          <a:ln w="9525">
            <a:noFill/>
            <a:prstDash val="solid"/>
            <a:miter lim="800000"/>
            <a:headEnd/>
            <a:tailEnd/>
          </a:ln>
        </p:spPr>
        <p:txBody>
          <a:bodyPr wrap="square" anchor="t">
            <a:noAutofit/>
          </a:bodyPr>
          <a:lstStyle>
            <a:lvl1pPr marL="0" indent="0">
              <a:lnSpc>
                <a:spcPct val="100000"/>
              </a:lnSpc>
              <a:spcBef>
                <a:spcPts val="0"/>
              </a:spcBef>
              <a:buNone/>
              <a:defRPr sz="1000" b="0">
                <a:solidFill>
                  <a:schemeClr val="tx1"/>
                </a:solidFill>
              </a:defRPr>
            </a:lvl1pPr>
          </a:lstStyle>
          <a:p>
            <a:pPr lvl="0"/>
            <a:r>
              <a:rPr lang="de-DE"/>
              <a:t>Applied Computer</a:t>
            </a:r>
          </a:p>
          <a:p>
            <a:pPr lvl="0"/>
            <a:r>
              <a:rPr lang="de-DE"/>
              <a:t>Science (B. Sc.)</a:t>
            </a:r>
          </a:p>
        </p:txBody>
      </p:sp>
      <p:sp>
        <p:nvSpPr>
          <p:cNvPr id="52" name="Textplatzhalter 51"/>
          <p:cNvSpPr>
            <a:spLocks noGrp="1"/>
          </p:cNvSpPr>
          <p:nvPr>
            <p:ph type="body" sz="quarter" idx="20" hasCustomPrompt="1"/>
          </p:nvPr>
        </p:nvSpPr>
        <p:spPr bwMode="auto">
          <a:xfrm>
            <a:off x="1381352" y="3295594"/>
            <a:ext cx="2689792" cy="408781"/>
          </a:xfrm>
          <a:custGeom>
            <a:avLst/>
            <a:gdLst>
              <a:gd name="connsiteX0" fmla="*/ 0 w 2036762"/>
              <a:gd name="connsiteY0" fmla="*/ 0 h 408781"/>
              <a:gd name="connsiteX1" fmla="*/ 1962150 w 2036762"/>
              <a:gd name="connsiteY1" fmla="*/ 0 h 408781"/>
              <a:gd name="connsiteX2" fmla="*/ 1962150 w 2036762"/>
              <a:gd name="connsiteY2" fmla="*/ 120387 h 408781"/>
              <a:gd name="connsiteX3" fmla="*/ 1962150 w 2036762"/>
              <a:gd name="connsiteY3" fmla="*/ 141629 h 408781"/>
              <a:gd name="connsiteX4" fmla="*/ 2036762 w 2036762"/>
              <a:gd name="connsiteY4" fmla="*/ 204390 h 408781"/>
              <a:gd name="connsiteX5" fmla="*/ 1962150 w 2036762"/>
              <a:gd name="connsiteY5" fmla="*/ 267151 h 408781"/>
              <a:gd name="connsiteX6" fmla="*/ 1962150 w 2036762"/>
              <a:gd name="connsiteY6" fmla="*/ 301362 h 408781"/>
              <a:gd name="connsiteX7" fmla="*/ 1962150 w 2036762"/>
              <a:gd name="connsiteY7" fmla="*/ 408781 h 408781"/>
              <a:gd name="connsiteX8" fmla="*/ 0 w 2036762"/>
              <a:gd name="connsiteY8" fmla="*/ 408781 h 40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6762" h="408781">
                <a:moveTo>
                  <a:pt x="0" y="0"/>
                </a:moveTo>
                <a:lnTo>
                  <a:pt x="1962150" y="0"/>
                </a:lnTo>
                <a:lnTo>
                  <a:pt x="1962150" y="120387"/>
                </a:lnTo>
                <a:lnTo>
                  <a:pt x="1962150" y="141629"/>
                </a:lnTo>
                <a:lnTo>
                  <a:pt x="2036762" y="204390"/>
                </a:lnTo>
                <a:lnTo>
                  <a:pt x="1962150" y="267151"/>
                </a:lnTo>
                <a:lnTo>
                  <a:pt x="1962150" y="301362"/>
                </a:lnTo>
                <a:lnTo>
                  <a:pt x="1962150" y="408781"/>
                </a:lnTo>
                <a:lnTo>
                  <a:pt x="0" y="408781"/>
                </a:lnTo>
                <a:close/>
              </a:path>
            </a:pathLst>
          </a:custGeom>
          <a:solidFill>
            <a:schemeClr val="accent1">
              <a:lumMod val="20000"/>
              <a:lumOff val="80000"/>
            </a:schemeClr>
          </a:solidFill>
          <a:ln w="9525">
            <a:noFill/>
            <a:miter lim="800000"/>
            <a:headEnd/>
            <a:tailEnd/>
          </a:ln>
        </p:spPr>
        <p:txBody>
          <a:bodyPr wrap="square" anchor="t">
            <a:noAutofit/>
          </a:bodyPr>
          <a:lstStyle>
            <a:lvl1pPr marL="0" indent="0">
              <a:lnSpc>
                <a:spcPct val="100000"/>
              </a:lnSpc>
              <a:spcBef>
                <a:spcPts val="0"/>
              </a:spcBef>
              <a:buNone/>
              <a:defRPr sz="1000" b="0" baseline="0">
                <a:solidFill>
                  <a:schemeClr val="tx1"/>
                </a:solidFill>
              </a:defRPr>
            </a:lvl1pPr>
          </a:lstStyle>
          <a:p>
            <a:pPr lvl="0"/>
            <a:r>
              <a:rPr lang="de-DE"/>
              <a:t>Digitale Medien (M. Sc.)</a:t>
            </a:r>
          </a:p>
        </p:txBody>
      </p:sp>
      <p:sp>
        <p:nvSpPr>
          <p:cNvPr id="53" name="Textplatzhalter 52"/>
          <p:cNvSpPr>
            <a:spLocks noGrp="1"/>
          </p:cNvSpPr>
          <p:nvPr>
            <p:ph type="body" sz="quarter" idx="22" hasCustomPrompt="1"/>
          </p:nvPr>
        </p:nvSpPr>
        <p:spPr bwMode="auto">
          <a:xfrm>
            <a:off x="1381352" y="3722162"/>
            <a:ext cx="2689792" cy="408781"/>
          </a:xfrm>
          <a:custGeom>
            <a:avLst/>
            <a:gdLst>
              <a:gd name="connsiteX0" fmla="*/ 0 w 2036762"/>
              <a:gd name="connsiteY0" fmla="*/ 0 h 408781"/>
              <a:gd name="connsiteX1" fmla="*/ 1962150 w 2036762"/>
              <a:gd name="connsiteY1" fmla="*/ 0 h 408781"/>
              <a:gd name="connsiteX2" fmla="*/ 1962150 w 2036762"/>
              <a:gd name="connsiteY2" fmla="*/ 120387 h 408781"/>
              <a:gd name="connsiteX3" fmla="*/ 1962150 w 2036762"/>
              <a:gd name="connsiteY3" fmla="*/ 141629 h 408781"/>
              <a:gd name="connsiteX4" fmla="*/ 2036762 w 2036762"/>
              <a:gd name="connsiteY4" fmla="*/ 204390 h 408781"/>
              <a:gd name="connsiteX5" fmla="*/ 1962150 w 2036762"/>
              <a:gd name="connsiteY5" fmla="*/ 267151 h 408781"/>
              <a:gd name="connsiteX6" fmla="*/ 1962150 w 2036762"/>
              <a:gd name="connsiteY6" fmla="*/ 301362 h 408781"/>
              <a:gd name="connsiteX7" fmla="*/ 1962150 w 2036762"/>
              <a:gd name="connsiteY7" fmla="*/ 408781 h 408781"/>
              <a:gd name="connsiteX8" fmla="*/ 0 w 2036762"/>
              <a:gd name="connsiteY8" fmla="*/ 408781 h 40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6762" h="408781">
                <a:moveTo>
                  <a:pt x="0" y="0"/>
                </a:moveTo>
                <a:lnTo>
                  <a:pt x="1962150" y="0"/>
                </a:lnTo>
                <a:lnTo>
                  <a:pt x="1962150" y="120387"/>
                </a:lnTo>
                <a:lnTo>
                  <a:pt x="1962150" y="141629"/>
                </a:lnTo>
                <a:lnTo>
                  <a:pt x="2036762" y="204390"/>
                </a:lnTo>
                <a:lnTo>
                  <a:pt x="1962150" y="267151"/>
                </a:lnTo>
                <a:lnTo>
                  <a:pt x="1962150" y="301362"/>
                </a:lnTo>
                <a:lnTo>
                  <a:pt x="1962150" y="408781"/>
                </a:lnTo>
                <a:lnTo>
                  <a:pt x="0" y="408781"/>
                </a:lnTo>
                <a:close/>
              </a:path>
            </a:pathLst>
          </a:custGeom>
          <a:solidFill>
            <a:schemeClr val="accent1">
              <a:lumMod val="40000"/>
              <a:lumOff val="60000"/>
            </a:schemeClr>
          </a:solidFill>
          <a:ln w="9525">
            <a:noFill/>
            <a:miter lim="800000"/>
            <a:headEnd/>
            <a:tailEnd/>
          </a:ln>
        </p:spPr>
        <p:txBody>
          <a:bodyPr wrap="square" anchor="t">
            <a:noAutofit/>
          </a:bodyPr>
          <a:lstStyle>
            <a:lvl1pPr marL="0" indent="0">
              <a:lnSpc>
                <a:spcPct val="100000"/>
              </a:lnSpc>
              <a:spcBef>
                <a:spcPts val="0"/>
              </a:spcBef>
              <a:buNone/>
              <a:defRPr sz="1000" b="0" baseline="0">
                <a:solidFill>
                  <a:schemeClr val="tx1"/>
                </a:solidFill>
              </a:defRPr>
            </a:lvl1pPr>
          </a:lstStyle>
          <a:p>
            <a:pPr lvl="0"/>
            <a:r>
              <a:rPr lang="de-DE"/>
              <a:t>Online-SG Medieninformatik</a:t>
            </a:r>
          </a:p>
          <a:p>
            <a:pPr lvl="0"/>
            <a:r>
              <a:rPr lang="de-DE"/>
              <a:t>(B. Sc., M. Sc.)</a:t>
            </a:r>
          </a:p>
        </p:txBody>
      </p:sp>
      <p:sp>
        <p:nvSpPr>
          <p:cNvPr id="54" name="Textplatzhalter 6"/>
          <p:cNvSpPr>
            <a:spLocks noGrp="1"/>
          </p:cNvSpPr>
          <p:nvPr>
            <p:ph type="body" sz="quarter" idx="11" hasCustomPrompt="1"/>
          </p:nvPr>
        </p:nvSpPr>
        <p:spPr>
          <a:xfrm>
            <a:off x="1375990" y="1609725"/>
            <a:ext cx="2592917" cy="408781"/>
          </a:xfrm>
          <a:solidFill>
            <a:schemeClr val="accent1"/>
          </a:solidFill>
        </p:spPr>
        <p:txBody>
          <a:bodyPr anchor="ctr"/>
          <a:lstStyle>
            <a:lvl1pPr marL="0" indent="0">
              <a:lnSpc>
                <a:spcPct val="100000"/>
              </a:lnSpc>
              <a:buNone/>
              <a:defRPr sz="1000" b="1">
                <a:solidFill>
                  <a:schemeClr val="bg1"/>
                </a:solidFill>
              </a:defRPr>
            </a:lvl1pPr>
          </a:lstStyle>
          <a:p>
            <a:pPr lvl="0"/>
            <a:r>
              <a:rPr lang="de-DE"/>
              <a:t>Fachbereich</a:t>
            </a:r>
            <a:br>
              <a:rPr lang="de-DE"/>
            </a:br>
            <a:r>
              <a:rPr lang="de-DE"/>
              <a:t>Informatik und Medien</a:t>
            </a:r>
          </a:p>
        </p:txBody>
      </p:sp>
    </p:spTree>
    <p:extLst>
      <p:ext uri="{BB962C8B-B14F-4D97-AF65-F5344CB8AC3E}">
        <p14:creationId xmlns:p14="http://schemas.microsoft.com/office/powerpoint/2010/main" val="4153375945"/>
      </p:ext>
    </p:extLst>
  </p:cSld>
  <p:clrMapOvr>
    <a:masterClrMapping/>
  </p:clrMapOvr>
  <p:extLst>
    <p:ext uri="{DCECCB84-F9BA-43D5-87BE-67443E8EF086}">
      <p15:sldGuideLst xmlns:p15="http://schemas.microsoft.com/office/powerpoint/2012/main">
        <p15:guide id="1" pos="86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ayout FB Informatik - AbschlussSeite">
    <p:spTree>
      <p:nvGrpSpPr>
        <p:cNvPr id="1" name=""/>
        <p:cNvGrpSpPr/>
        <p:nvPr/>
      </p:nvGrpSpPr>
      <p:grpSpPr>
        <a:xfrm>
          <a:off x="0" y="0"/>
          <a:ext cx="0" cy="0"/>
          <a:chOff x="0" y="0"/>
          <a:chExt cx="0" cy="0"/>
        </a:xfrm>
      </p:grpSpPr>
      <p:sp>
        <p:nvSpPr>
          <p:cNvPr id="3079" name="Rectangle 9"/>
          <p:cNvSpPr>
            <a:spLocks noChangeArrowheads="1"/>
          </p:cNvSpPr>
          <p:nvPr userDrawn="1"/>
        </p:nvSpPr>
        <p:spPr bwMode="auto">
          <a:xfrm>
            <a:off x="507600" y="1600200"/>
            <a:ext cx="11700228" cy="4792663"/>
          </a:xfrm>
          <a:prstGeom prst="rect">
            <a:avLst/>
          </a:prstGeom>
          <a:solidFill>
            <a:schemeClr val="accent1"/>
          </a:solidFill>
          <a:ln w="9525">
            <a:noFill/>
            <a:miter lim="800000"/>
            <a:headEnd/>
            <a:tailEnd/>
          </a:ln>
        </p:spPr>
        <p:txBody>
          <a:bodyPr wrap="none" anchor="ctr"/>
          <a:lstStyle/>
          <a:p>
            <a:pPr algn="ctr"/>
            <a:r>
              <a:rPr lang="de-DE" sz="2400">
                <a:solidFill>
                  <a:schemeClr val="tx2"/>
                </a:solidFill>
              </a:rPr>
              <a:t>             </a:t>
            </a:r>
          </a:p>
        </p:txBody>
      </p:sp>
      <p:sp>
        <p:nvSpPr>
          <p:cNvPr id="3075" name="Rectangle 3"/>
          <p:cNvSpPr>
            <a:spLocks noGrp="1" noChangeArrowheads="1"/>
          </p:cNvSpPr>
          <p:nvPr>
            <p:ph type="subTitle" idx="1" hasCustomPrompt="1"/>
          </p:nvPr>
        </p:nvSpPr>
        <p:spPr>
          <a:xfrm>
            <a:off x="1278000" y="5313363"/>
            <a:ext cx="8534400" cy="609600"/>
          </a:xfrm>
        </p:spPr>
        <p:txBody>
          <a:bodyPr/>
          <a:lstStyle>
            <a:lvl1pPr marL="285750" marR="0" indent="-285750" algn="l" defTabSz="914400" rtl="0" eaLnBrk="1" fontAlgn="base" latinLnBrk="0" hangingPunct="1">
              <a:lnSpc>
                <a:spcPts val="1800"/>
              </a:lnSpc>
              <a:spcBef>
                <a:spcPts val="300"/>
              </a:spcBef>
              <a:spcAft>
                <a:spcPct val="0"/>
              </a:spcAft>
              <a:buClr>
                <a:schemeClr val="tx2"/>
              </a:buClr>
              <a:buSzTx/>
              <a:buFont typeface="Times" charset="0"/>
              <a:buNone/>
              <a:tabLst/>
              <a:defRPr sz="1400">
                <a:solidFill>
                  <a:schemeClr val="bg1"/>
                </a:solidFill>
              </a:defRPr>
            </a:lvl1pPr>
          </a:lstStyle>
          <a:p>
            <a:r>
              <a:rPr lang="de-DE"/>
              <a:t>Dr. </a:t>
            </a:r>
            <a:r>
              <a:rPr lang="de-DE" err="1"/>
              <a:t>rer</a:t>
            </a:r>
            <a:r>
              <a:rPr lang="de-DE"/>
              <a:t>. pol Max Mustermann · </a:t>
            </a:r>
            <a:fld id="{B15953E2-1CAD-46A0-A666-3E8E0EC7E0E1}" type="datetime1">
              <a:rPr lang="de-DE" smtClean="0"/>
              <a:pPr/>
              <a:t>25.04.14</a:t>
            </a:fld>
            <a:endParaRPr lang="de-DE"/>
          </a:p>
          <a:p>
            <a:endParaRPr lang="de-DE"/>
          </a:p>
        </p:txBody>
      </p:sp>
      <p:sp>
        <p:nvSpPr>
          <p:cNvPr id="10" name="Textfeld 9"/>
          <p:cNvSpPr txBox="1"/>
          <p:nvPr userDrawn="1"/>
        </p:nvSpPr>
        <p:spPr>
          <a:xfrm>
            <a:off x="1289930" y="2445088"/>
            <a:ext cx="9421283" cy="461665"/>
          </a:xfrm>
          <a:prstGeom prst="rect">
            <a:avLst/>
          </a:prstGeom>
          <a:solidFill>
            <a:schemeClr val="accent1"/>
          </a:solidFill>
        </p:spPr>
        <p:txBody>
          <a:bodyPr wrap="square" rtlCol="0">
            <a:spAutoFit/>
          </a:bodyPr>
          <a:lstStyle/>
          <a:p>
            <a:r>
              <a:rPr lang="de-DE" sz="2400" b="1" kern="1200" baseline="0">
                <a:solidFill>
                  <a:schemeClr val="bg1"/>
                </a:solidFill>
                <a:latin typeface="+mj-lt"/>
                <a:ea typeface="ＭＳ Ｐゴシック" charset="-128"/>
                <a:cs typeface="+mn-cs"/>
              </a:rPr>
              <a:t>Vielen Dank für Ihre Aufmerksamkeit</a:t>
            </a:r>
            <a:endParaRPr lang="de-DE" sz="2400" b="1">
              <a:solidFill>
                <a:schemeClr val="bg1"/>
              </a:solidFill>
              <a:latin typeface="+mj-lt"/>
            </a:endParaRPr>
          </a:p>
        </p:txBody>
      </p:sp>
      <p:sp>
        <p:nvSpPr>
          <p:cNvPr id="7" name="Rechteck 6"/>
          <p:cNvSpPr/>
          <p:nvPr userDrawn="1"/>
        </p:nvSpPr>
        <p:spPr bwMode="auto">
          <a:xfrm>
            <a:off x="0" y="6383867"/>
            <a:ext cx="12192000" cy="482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ahoma" charset="0"/>
              <a:ea typeface="ＭＳ Ｐゴシック" charset="-128"/>
            </a:endParaRPr>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400" y="0"/>
            <a:ext cx="3999220" cy="2043866"/>
          </a:xfrm>
          <a:prstGeom prst="rect">
            <a:avLst/>
          </a:prstGeom>
        </p:spPr>
      </p:pic>
    </p:spTree>
    <p:extLst>
      <p:ext uri="{BB962C8B-B14F-4D97-AF65-F5344CB8AC3E}">
        <p14:creationId xmlns:p14="http://schemas.microsoft.com/office/powerpoint/2010/main" val="9935485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ayout FB Informatik - Titelfolie mit Bild">
    <p:spTree>
      <p:nvGrpSpPr>
        <p:cNvPr id="1" name=""/>
        <p:cNvGrpSpPr/>
        <p:nvPr/>
      </p:nvGrpSpPr>
      <p:grpSpPr>
        <a:xfrm>
          <a:off x="0" y="0"/>
          <a:ext cx="0" cy="0"/>
          <a:chOff x="0" y="0"/>
          <a:chExt cx="0" cy="0"/>
        </a:xfrm>
      </p:grpSpPr>
      <p:sp>
        <p:nvSpPr>
          <p:cNvPr id="3079" name="Rectangle 9"/>
          <p:cNvSpPr>
            <a:spLocks noChangeArrowheads="1"/>
          </p:cNvSpPr>
          <p:nvPr userDrawn="1"/>
        </p:nvSpPr>
        <p:spPr bwMode="auto">
          <a:xfrm>
            <a:off x="507600" y="1600200"/>
            <a:ext cx="11700228" cy="2614614"/>
          </a:xfrm>
          <a:prstGeom prst="rect">
            <a:avLst/>
          </a:prstGeom>
          <a:solidFill>
            <a:schemeClr val="accent1"/>
          </a:solidFill>
          <a:ln w="9525">
            <a:noFill/>
            <a:miter lim="800000"/>
            <a:headEnd/>
            <a:tailEnd/>
          </a:ln>
        </p:spPr>
        <p:txBody>
          <a:bodyPr wrap="none" anchor="ctr"/>
          <a:lstStyle/>
          <a:p>
            <a:pPr algn="ctr"/>
            <a:r>
              <a:rPr lang="de-DE" sz="2400"/>
              <a:t>             </a:t>
            </a:r>
          </a:p>
        </p:txBody>
      </p:sp>
      <p:sp>
        <p:nvSpPr>
          <p:cNvPr id="3074" name="Rectangle 2"/>
          <p:cNvSpPr>
            <a:spLocks noGrp="1" noChangeArrowheads="1"/>
          </p:cNvSpPr>
          <p:nvPr>
            <p:ph type="ctrTitle"/>
          </p:nvPr>
        </p:nvSpPr>
        <p:spPr>
          <a:xfrm>
            <a:off x="4673364" y="0"/>
            <a:ext cx="7360592" cy="1143000"/>
          </a:xfrm>
        </p:spPr>
        <p:txBody>
          <a:bodyPr/>
          <a:lstStyle>
            <a:lvl1pPr>
              <a:lnSpc>
                <a:spcPts val="3000"/>
              </a:lnSpc>
              <a:defRPr sz="2400">
                <a:solidFill>
                  <a:schemeClr val="bg1"/>
                </a:solidFill>
              </a:defRPr>
            </a:lvl1pPr>
          </a:lstStyle>
          <a:p>
            <a:r>
              <a:rPr lang="de-DE"/>
              <a:t>Mastertitelformat bearbeiten</a:t>
            </a:r>
          </a:p>
        </p:txBody>
      </p:sp>
      <p:sp>
        <p:nvSpPr>
          <p:cNvPr id="9" name="Bildplatzhalter 8"/>
          <p:cNvSpPr>
            <a:spLocks noGrp="1"/>
          </p:cNvSpPr>
          <p:nvPr>
            <p:ph type="pic" sz="quarter" idx="10"/>
          </p:nvPr>
        </p:nvSpPr>
        <p:spPr>
          <a:xfrm>
            <a:off x="507600" y="4214814"/>
            <a:ext cx="11700228" cy="2185987"/>
          </a:xfrm>
        </p:spPr>
        <p:txBody>
          <a:bodyPr/>
          <a:lstStyle>
            <a:lvl1pPr>
              <a:buNone/>
              <a:defRPr/>
            </a:lvl1pPr>
          </a:lstStyle>
          <a:p>
            <a:endParaRPr lang="de-DE"/>
          </a:p>
        </p:txBody>
      </p:sp>
      <p:sp>
        <p:nvSpPr>
          <p:cNvPr id="7" name="Rechteck 6"/>
          <p:cNvSpPr/>
          <p:nvPr userDrawn="1"/>
        </p:nvSpPr>
        <p:spPr bwMode="auto">
          <a:xfrm>
            <a:off x="0" y="6383867"/>
            <a:ext cx="12192000" cy="482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ahoma" charset="0"/>
              <a:ea typeface="ＭＳ Ｐゴシック" charset="-128"/>
            </a:endParaRPr>
          </a:p>
        </p:txBody>
      </p:sp>
      <p:sp>
        <p:nvSpPr>
          <p:cNvPr id="12" name="Rectangle 3"/>
          <p:cNvSpPr>
            <a:spLocks noGrp="1" noChangeArrowheads="1"/>
          </p:cNvSpPr>
          <p:nvPr>
            <p:ph type="subTitle" idx="1" hasCustomPrompt="1"/>
          </p:nvPr>
        </p:nvSpPr>
        <p:spPr>
          <a:xfrm>
            <a:off x="1278000" y="3553859"/>
            <a:ext cx="9235875" cy="609600"/>
          </a:xfrm>
        </p:spPr>
        <p:txBody>
          <a:bodyPr/>
          <a:lstStyle>
            <a:lvl1pPr marL="285750" marR="0" indent="-285750" algn="l" defTabSz="914400" rtl="0" eaLnBrk="1" fontAlgn="base" latinLnBrk="0" hangingPunct="1">
              <a:lnSpc>
                <a:spcPts val="1800"/>
              </a:lnSpc>
              <a:spcBef>
                <a:spcPts val="300"/>
              </a:spcBef>
              <a:spcAft>
                <a:spcPct val="0"/>
              </a:spcAft>
              <a:buClr>
                <a:schemeClr val="tx2"/>
              </a:buClr>
              <a:buSzTx/>
              <a:buFont typeface="Times" charset="0"/>
              <a:buNone/>
              <a:tabLst/>
              <a:defRPr sz="1400">
                <a:solidFill>
                  <a:schemeClr val="bg1"/>
                </a:solidFill>
              </a:defRPr>
            </a:lvl1pPr>
          </a:lstStyle>
          <a:p>
            <a:r>
              <a:rPr lang="de-DE"/>
              <a:t>Dr. </a:t>
            </a:r>
            <a:r>
              <a:rPr lang="de-DE" err="1"/>
              <a:t>rer</a:t>
            </a:r>
            <a:r>
              <a:rPr lang="de-DE"/>
              <a:t>. pol Max Mustermann · </a:t>
            </a:r>
            <a:fld id="{B15953E2-1CAD-46A0-A666-3E8E0EC7E0E1}" type="datetime1">
              <a:rPr lang="de-DE" smtClean="0"/>
              <a:pPr/>
              <a:t>25.04.14</a:t>
            </a:fld>
            <a:endParaRPr lang="de-DE"/>
          </a:p>
          <a:p>
            <a:endParaRPr lang="de-DE"/>
          </a:p>
        </p:txBody>
      </p:sp>
      <p:sp>
        <p:nvSpPr>
          <p:cNvPr id="11" name="Fußzeilenplatzhalter 4"/>
          <p:cNvSpPr>
            <a:spLocks noGrp="1"/>
          </p:cNvSpPr>
          <p:nvPr>
            <p:ph type="ftr" sz="quarter" idx="3"/>
          </p:nvPr>
        </p:nvSpPr>
        <p:spPr>
          <a:xfrm>
            <a:off x="1265656" y="2397300"/>
            <a:ext cx="10202444" cy="1261361"/>
          </a:xfrm>
          <a:prstGeom prst="rect">
            <a:avLst/>
          </a:prstGeom>
        </p:spPr>
        <p:txBody>
          <a:bodyPr/>
          <a:lstStyle>
            <a:lvl1pPr>
              <a:defRPr sz="2400" b="1">
                <a:solidFill>
                  <a:schemeClr val="bg1"/>
                </a:solidFill>
                <a:latin typeface="Tahoma Bold"/>
              </a:defRPr>
            </a:lvl1pPr>
          </a:lstStyle>
          <a:p>
            <a:r>
              <a:rPr lang="de-DE"/>
              <a:t>Titel der Präsentation über „EINFÜGEN“ -&gt; „Kopf-und Fußzeile“ -&gt; „Fußzeile“ (auf alle Folien übernehmen)</a:t>
            </a:r>
          </a:p>
        </p:txBody>
      </p:sp>
      <p:pic>
        <p:nvPicPr>
          <p:cNvPr id="13" name="Grafik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400" y="0"/>
            <a:ext cx="3999220" cy="2043866"/>
          </a:xfrm>
          <a:prstGeom prst="rect">
            <a:avLst/>
          </a:prstGeom>
        </p:spPr>
      </p:pic>
    </p:spTree>
    <p:extLst>
      <p:ext uri="{BB962C8B-B14F-4D97-AF65-F5344CB8AC3E}">
        <p14:creationId xmlns:p14="http://schemas.microsoft.com/office/powerpoint/2010/main" val="34519025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Layout FB Wirtschaft - Titelfolie">
    <p:spTree>
      <p:nvGrpSpPr>
        <p:cNvPr id="1" name=""/>
        <p:cNvGrpSpPr/>
        <p:nvPr/>
      </p:nvGrpSpPr>
      <p:grpSpPr>
        <a:xfrm>
          <a:off x="0" y="0"/>
          <a:ext cx="0" cy="0"/>
          <a:chOff x="0" y="0"/>
          <a:chExt cx="0" cy="0"/>
        </a:xfrm>
      </p:grpSpPr>
      <p:sp>
        <p:nvSpPr>
          <p:cNvPr id="3079" name="Rectangle 9"/>
          <p:cNvSpPr>
            <a:spLocks noChangeArrowheads="1"/>
          </p:cNvSpPr>
          <p:nvPr userDrawn="1"/>
        </p:nvSpPr>
        <p:spPr bwMode="auto">
          <a:xfrm>
            <a:off x="507600" y="1600200"/>
            <a:ext cx="11694586" cy="4792663"/>
          </a:xfrm>
          <a:prstGeom prst="rect">
            <a:avLst/>
          </a:prstGeom>
          <a:solidFill>
            <a:schemeClr val="accent1"/>
          </a:solidFill>
          <a:ln w="9525">
            <a:noFill/>
            <a:miter lim="800000"/>
            <a:headEnd/>
            <a:tailEnd/>
          </a:ln>
        </p:spPr>
        <p:txBody>
          <a:bodyPr wrap="none" anchor="ctr"/>
          <a:lstStyle/>
          <a:p>
            <a:pPr algn="ctr"/>
            <a:r>
              <a:rPr lang="de-DE" sz="2400">
                <a:solidFill>
                  <a:srgbClr val="CC0A2F"/>
                </a:solidFill>
              </a:rPr>
              <a:t>             </a:t>
            </a:r>
          </a:p>
        </p:txBody>
      </p:sp>
      <p:sp>
        <p:nvSpPr>
          <p:cNvPr id="3075" name="Rectangle 3"/>
          <p:cNvSpPr>
            <a:spLocks noGrp="1" noChangeArrowheads="1"/>
          </p:cNvSpPr>
          <p:nvPr>
            <p:ph type="subTitle" idx="1" hasCustomPrompt="1"/>
          </p:nvPr>
        </p:nvSpPr>
        <p:spPr>
          <a:xfrm>
            <a:off x="1278000" y="5313363"/>
            <a:ext cx="8534400" cy="609600"/>
          </a:xfrm>
        </p:spPr>
        <p:txBody>
          <a:bodyPr/>
          <a:lstStyle>
            <a:lvl1pPr marL="285750" marR="0" indent="-285750" algn="l" defTabSz="914400" rtl="0" eaLnBrk="1" fontAlgn="base" latinLnBrk="0" hangingPunct="1">
              <a:lnSpc>
                <a:spcPts val="1800"/>
              </a:lnSpc>
              <a:spcBef>
                <a:spcPts val="300"/>
              </a:spcBef>
              <a:spcAft>
                <a:spcPct val="0"/>
              </a:spcAft>
              <a:buClr>
                <a:schemeClr val="tx2"/>
              </a:buClr>
              <a:buSzTx/>
              <a:buFont typeface="Times" charset="0"/>
              <a:buNone/>
              <a:tabLst/>
              <a:defRPr sz="1400">
                <a:solidFill>
                  <a:srgbClr val="FFFFFF"/>
                </a:solidFill>
              </a:defRPr>
            </a:lvl1pPr>
          </a:lstStyle>
          <a:p>
            <a:r>
              <a:rPr lang="de-DE"/>
              <a:t>Dr. </a:t>
            </a:r>
            <a:r>
              <a:rPr lang="de-DE" err="1"/>
              <a:t>rer</a:t>
            </a:r>
            <a:r>
              <a:rPr lang="de-DE"/>
              <a:t>. pol Max Mustermann · </a:t>
            </a:r>
            <a:fld id="{B15953E2-1CAD-46A0-A666-3E8E0EC7E0E1}" type="datetime1">
              <a:rPr lang="de-DE" smtClean="0"/>
              <a:pPr/>
              <a:t>25.04.14</a:t>
            </a:fld>
            <a:endParaRPr lang="de-DE"/>
          </a:p>
          <a:p>
            <a:endParaRPr lang="de-DE"/>
          </a:p>
        </p:txBody>
      </p:sp>
      <p:sp>
        <p:nvSpPr>
          <p:cNvPr id="2" name="Rechteck 1"/>
          <p:cNvSpPr/>
          <p:nvPr userDrawn="1"/>
        </p:nvSpPr>
        <p:spPr bwMode="auto">
          <a:xfrm>
            <a:off x="0" y="6383867"/>
            <a:ext cx="12192000" cy="482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ahoma" charset="0"/>
              <a:ea typeface="ＭＳ Ｐゴシック" charset="-128"/>
            </a:endParaRPr>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400" y="0"/>
            <a:ext cx="3999220" cy="2043866"/>
          </a:xfrm>
          <a:prstGeom prst="rect">
            <a:avLst/>
          </a:prstGeom>
        </p:spPr>
      </p:pic>
      <p:sp>
        <p:nvSpPr>
          <p:cNvPr id="10" name="Fußzeilenplatzhalter 4"/>
          <p:cNvSpPr>
            <a:spLocks noGrp="1"/>
          </p:cNvSpPr>
          <p:nvPr>
            <p:ph type="ftr" sz="quarter" idx="3"/>
          </p:nvPr>
        </p:nvSpPr>
        <p:spPr>
          <a:xfrm>
            <a:off x="1265656" y="2397300"/>
            <a:ext cx="10202444" cy="1261361"/>
          </a:xfrm>
          <a:prstGeom prst="rect">
            <a:avLst/>
          </a:prstGeom>
        </p:spPr>
        <p:txBody>
          <a:bodyPr/>
          <a:lstStyle>
            <a:lvl1pPr>
              <a:defRPr sz="2400" b="1">
                <a:solidFill>
                  <a:schemeClr val="bg1"/>
                </a:solidFill>
                <a:latin typeface="Tahoma Bold"/>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35089477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Layout FB Wirtschaft - nur Text">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1266286" y="1495167"/>
            <a:ext cx="10200227" cy="4276800"/>
          </a:xfrm>
        </p:spPr>
        <p:txBody>
          <a:bodyPr anchor="t"/>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Textmasterformate durch Klicken bearbeiten</a:t>
            </a:r>
          </a:p>
        </p:txBody>
      </p:sp>
      <p:sp>
        <p:nvSpPr>
          <p:cNvPr id="8" name="Titel 1"/>
          <p:cNvSpPr>
            <a:spLocks noGrp="1"/>
          </p:cNvSpPr>
          <p:nvPr>
            <p:ph type="title"/>
          </p:nvPr>
        </p:nvSpPr>
        <p:spPr>
          <a:xfrm>
            <a:off x="1263967" y="611188"/>
            <a:ext cx="10202546" cy="685800"/>
          </a:xfrm>
        </p:spPr>
        <p:txBody>
          <a:bodyPr/>
          <a:lstStyle/>
          <a:p>
            <a:r>
              <a:rPr lang="de-DE"/>
              <a:t>Titelmasterformat durch Klicken bearbeiten</a:t>
            </a:r>
          </a:p>
        </p:txBody>
      </p:sp>
      <p:sp>
        <p:nvSpPr>
          <p:cNvPr id="6" name="Fußzeilenplatzhalter 4"/>
          <p:cNvSpPr>
            <a:spLocks noGrp="1"/>
          </p:cNvSpPr>
          <p:nvPr>
            <p:ph type="ftr" sz="quarter" idx="3"/>
          </p:nvPr>
        </p:nvSpPr>
        <p:spPr>
          <a:xfrm>
            <a:off x="403749" y="6445663"/>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
        <p:nvSpPr>
          <p:cNvPr id="10" name="Datumsplatzhalter 3"/>
          <p:cNvSpPr>
            <a:spLocks noGrp="1"/>
          </p:cNvSpPr>
          <p:nvPr>
            <p:ph type="dt" sz="half" idx="2"/>
          </p:nvPr>
        </p:nvSpPr>
        <p:spPr>
          <a:xfrm>
            <a:off x="10075693" y="6448154"/>
            <a:ext cx="1485704" cy="365125"/>
          </a:xfrm>
          <a:prstGeom prst="rect">
            <a:avLst/>
          </a:prstGeom>
        </p:spPr>
        <p:txBody>
          <a:bodyPr/>
          <a:lstStyle>
            <a:lvl1pPr algn="r">
              <a:defRPr sz="800">
                <a:solidFill>
                  <a:schemeClr val="bg1"/>
                </a:solidFill>
              </a:defRPr>
            </a:lvl1pPr>
          </a:lstStyle>
          <a:p>
            <a:r>
              <a:rPr lang="de-DE"/>
              <a:t>21.02.2014</a:t>
            </a:r>
          </a:p>
        </p:txBody>
      </p:sp>
    </p:spTree>
    <p:extLst>
      <p:ext uri="{BB962C8B-B14F-4D97-AF65-F5344CB8AC3E}">
        <p14:creationId xmlns:p14="http://schemas.microsoft.com/office/powerpoint/2010/main" val="12923881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Layout FB Wirtschaft - Titelfolie">
    <p:spTree>
      <p:nvGrpSpPr>
        <p:cNvPr id="1" name=""/>
        <p:cNvGrpSpPr/>
        <p:nvPr/>
      </p:nvGrpSpPr>
      <p:grpSpPr>
        <a:xfrm>
          <a:off x="0" y="0"/>
          <a:ext cx="0" cy="0"/>
          <a:chOff x="0" y="0"/>
          <a:chExt cx="0" cy="0"/>
        </a:xfrm>
      </p:grpSpPr>
      <p:sp>
        <p:nvSpPr>
          <p:cNvPr id="3079" name="Rectangle 9"/>
          <p:cNvSpPr>
            <a:spLocks noChangeArrowheads="1"/>
          </p:cNvSpPr>
          <p:nvPr userDrawn="1"/>
        </p:nvSpPr>
        <p:spPr bwMode="auto">
          <a:xfrm>
            <a:off x="507600" y="1600200"/>
            <a:ext cx="11694586" cy="4792663"/>
          </a:xfrm>
          <a:prstGeom prst="rect">
            <a:avLst/>
          </a:prstGeom>
          <a:solidFill>
            <a:schemeClr val="accent1"/>
          </a:solidFill>
          <a:ln w="9525">
            <a:noFill/>
            <a:miter lim="800000"/>
            <a:headEnd/>
            <a:tailEnd/>
          </a:ln>
        </p:spPr>
        <p:txBody>
          <a:bodyPr wrap="none" anchor="ctr"/>
          <a:lstStyle/>
          <a:p>
            <a:pPr algn="ctr"/>
            <a:r>
              <a:rPr lang="de-DE" sz="2400">
                <a:solidFill>
                  <a:srgbClr val="CC0A2F"/>
                </a:solidFill>
              </a:rPr>
              <a:t>             </a:t>
            </a:r>
          </a:p>
        </p:txBody>
      </p:sp>
      <p:sp>
        <p:nvSpPr>
          <p:cNvPr id="3075" name="Rectangle 3"/>
          <p:cNvSpPr>
            <a:spLocks noGrp="1" noChangeArrowheads="1"/>
          </p:cNvSpPr>
          <p:nvPr>
            <p:ph type="subTitle" idx="1" hasCustomPrompt="1"/>
          </p:nvPr>
        </p:nvSpPr>
        <p:spPr>
          <a:xfrm>
            <a:off x="1278000" y="5313363"/>
            <a:ext cx="8534400" cy="609600"/>
          </a:xfrm>
        </p:spPr>
        <p:txBody>
          <a:bodyPr/>
          <a:lstStyle>
            <a:lvl1pPr marL="285750" marR="0" indent="-285750" algn="l" defTabSz="914400" rtl="0" eaLnBrk="1" fontAlgn="base" latinLnBrk="0" hangingPunct="1">
              <a:lnSpc>
                <a:spcPts val="1800"/>
              </a:lnSpc>
              <a:spcBef>
                <a:spcPts val="300"/>
              </a:spcBef>
              <a:spcAft>
                <a:spcPct val="0"/>
              </a:spcAft>
              <a:buClr>
                <a:schemeClr val="tx2"/>
              </a:buClr>
              <a:buSzTx/>
              <a:buFont typeface="Times" charset="0"/>
              <a:buNone/>
              <a:tabLst/>
              <a:defRPr sz="1400">
                <a:solidFill>
                  <a:srgbClr val="FFFFFF"/>
                </a:solidFill>
              </a:defRPr>
            </a:lvl1pPr>
          </a:lstStyle>
          <a:p>
            <a:r>
              <a:rPr lang="de-DE"/>
              <a:t>Dr. </a:t>
            </a:r>
            <a:r>
              <a:rPr lang="de-DE" err="1"/>
              <a:t>rer</a:t>
            </a:r>
            <a:r>
              <a:rPr lang="de-DE"/>
              <a:t>. pol Max Mustermann · </a:t>
            </a:r>
            <a:fld id="{B15953E2-1CAD-46A0-A666-3E8E0EC7E0E1}" type="datetime1">
              <a:rPr lang="de-DE" smtClean="0"/>
              <a:pPr/>
              <a:t>25.04.14</a:t>
            </a:fld>
            <a:endParaRPr lang="de-DE"/>
          </a:p>
          <a:p>
            <a:endParaRPr lang="de-DE"/>
          </a:p>
        </p:txBody>
      </p:sp>
      <p:sp>
        <p:nvSpPr>
          <p:cNvPr id="2" name="Rechteck 1"/>
          <p:cNvSpPr/>
          <p:nvPr userDrawn="1"/>
        </p:nvSpPr>
        <p:spPr bwMode="auto">
          <a:xfrm>
            <a:off x="0" y="6383867"/>
            <a:ext cx="12192000" cy="482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ahoma" charset="0"/>
              <a:ea typeface="ＭＳ Ｐゴシック" charset="-128"/>
            </a:endParaRPr>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400" y="0"/>
            <a:ext cx="3999220" cy="2043866"/>
          </a:xfrm>
          <a:prstGeom prst="rect">
            <a:avLst/>
          </a:prstGeom>
        </p:spPr>
      </p:pic>
      <p:sp>
        <p:nvSpPr>
          <p:cNvPr id="10" name="Fußzeilenplatzhalter 4"/>
          <p:cNvSpPr>
            <a:spLocks noGrp="1"/>
          </p:cNvSpPr>
          <p:nvPr>
            <p:ph type="ftr" sz="quarter" idx="3"/>
          </p:nvPr>
        </p:nvSpPr>
        <p:spPr>
          <a:xfrm>
            <a:off x="1265656" y="2397300"/>
            <a:ext cx="10202444" cy="1261361"/>
          </a:xfrm>
          <a:prstGeom prst="rect">
            <a:avLst/>
          </a:prstGeom>
        </p:spPr>
        <p:txBody>
          <a:bodyPr/>
          <a:lstStyle>
            <a:lvl1pPr>
              <a:defRPr sz="2400" b="1">
                <a:solidFill>
                  <a:schemeClr val="bg1"/>
                </a:solidFill>
                <a:latin typeface="Tahoma Bold"/>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394840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_Layout FB Wirtschaft - nur Text">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1266286" y="1495167"/>
            <a:ext cx="10200227" cy="4276800"/>
          </a:xfrm>
        </p:spPr>
        <p:txBody>
          <a:bodyPr anchor="t"/>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Textmasterformate durch Klicken bearbeiten</a:t>
            </a:r>
          </a:p>
        </p:txBody>
      </p:sp>
      <p:sp>
        <p:nvSpPr>
          <p:cNvPr id="8" name="Titel 1"/>
          <p:cNvSpPr>
            <a:spLocks noGrp="1"/>
          </p:cNvSpPr>
          <p:nvPr>
            <p:ph type="title"/>
          </p:nvPr>
        </p:nvSpPr>
        <p:spPr>
          <a:xfrm>
            <a:off x="1263967" y="611188"/>
            <a:ext cx="10202546" cy="685800"/>
          </a:xfrm>
        </p:spPr>
        <p:txBody>
          <a:bodyPr/>
          <a:lstStyle/>
          <a:p>
            <a:r>
              <a:rPr lang="de-DE"/>
              <a:t>Titelmasterformat durch Klicken bearbeiten</a:t>
            </a:r>
          </a:p>
        </p:txBody>
      </p:sp>
      <p:sp>
        <p:nvSpPr>
          <p:cNvPr id="6" name="Fußzeilenplatzhalter 4"/>
          <p:cNvSpPr>
            <a:spLocks noGrp="1"/>
          </p:cNvSpPr>
          <p:nvPr>
            <p:ph type="ftr" sz="quarter" idx="3"/>
          </p:nvPr>
        </p:nvSpPr>
        <p:spPr>
          <a:xfrm>
            <a:off x="403749" y="6445663"/>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
        <p:nvSpPr>
          <p:cNvPr id="10" name="Datumsplatzhalter 3"/>
          <p:cNvSpPr>
            <a:spLocks noGrp="1"/>
          </p:cNvSpPr>
          <p:nvPr>
            <p:ph type="dt" sz="half" idx="2"/>
          </p:nvPr>
        </p:nvSpPr>
        <p:spPr>
          <a:xfrm>
            <a:off x="10075693" y="6448154"/>
            <a:ext cx="1485704" cy="365125"/>
          </a:xfrm>
          <a:prstGeom prst="rect">
            <a:avLst/>
          </a:prstGeom>
        </p:spPr>
        <p:txBody>
          <a:bodyPr/>
          <a:lstStyle>
            <a:lvl1pPr algn="r">
              <a:defRPr sz="800">
                <a:solidFill>
                  <a:schemeClr val="bg1"/>
                </a:solidFill>
              </a:defRPr>
            </a:lvl1pPr>
          </a:lstStyle>
          <a:p>
            <a:r>
              <a:rPr lang="de-DE"/>
              <a:t>21.02.2014</a:t>
            </a:r>
          </a:p>
        </p:txBody>
      </p:sp>
    </p:spTree>
    <p:extLst>
      <p:ext uri="{BB962C8B-B14F-4D97-AF65-F5344CB8AC3E}">
        <p14:creationId xmlns:p14="http://schemas.microsoft.com/office/powerpoint/2010/main" val="31753016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3_Layout FB Wirtschaft - Titelfolie">
    <p:spTree>
      <p:nvGrpSpPr>
        <p:cNvPr id="1" name=""/>
        <p:cNvGrpSpPr/>
        <p:nvPr/>
      </p:nvGrpSpPr>
      <p:grpSpPr>
        <a:xfrm>
          <a:off x="0" y="0"/>
          <a:ext cx="0" cy="0"/>
          <a:chOff x="0" y="0"/>
          <a:chExt cx="0" cy="0"/>
        </a:xfrm>
      </p:grpSpPr>
      <p:sp>
        <p:nvSpPr>
          <p:cNvPr id="3079" name="Rectangle 9"/>
          <p:cNvSpPr>
            <a:spLocks noChangeArrowheads="1"/>
          </p:cNvSpPr>
          <p:nvPr userDrawn="1"/>
        </p:nvSpPr>
        <p:spPr bwMode="auto">
          <a:xfrm>
            <a:off x="507600" y="1600200"/>
            <a:ext cx="11694586" cy="4792663"/>
          </a:xfrm>
          <a:prstGeom prst="rect">
            <a:avLst/>
          </a:prstGeom>
          <a:solidFill>
            <a:schemeClr val="accent1"/>
          </a:solidFill>
          <a:ln w="9525">
            <a:noFill/>
            <a:miter lim="800000"/>
            <a:headEnd/>
            <a:tailEnd/>
          </a:ln>
        </p:spPr>
        <p:txBody>
          <a:bodyPr wrap="none" anchor="ctr"/>
          <a:lstStyle/>
          <a:p>
            <a:pPr algn="ctr"/>
            <a:r>
              <a:rPr lang="de-DE" sz="2400">
                <a:solidFill>
                  <a:srgbClr val="CC0A2F"/>
                </a:solidFill>
              </a:rPr>
              <a:t>             </a:t>
            </a:r>
          </a:p>
        </p:txBody>
      </p:sp>
      <p:sp>
        <p:nvSpPr>
          <p:cNvPr id="3075" name="Rectangle 3"/>
          <p:cNvSpPr>
            <a:spLocks noGrp="1" noChangeArrowheads="1"/>
          </p:cNvSpPr>
          <p:nvPr>
            <p:ph type="subTitle" idx="1" hasCustomPrompt="1"/>
          </p:nvPr>
        </p:nvSpPr>
        <p:spPr>
          <a:xfrm>
            <a:off x="1278000" y="5313363"/>
            <a:ext cx="8534400" cy="609600"/>
          </a:xfrm>
        </p:spPr>
        <p:txBody>
          <a:bodyPr/>
          <a:lstStyle>
            <a:lvl1pPr marL="285750" marR="0" indent="-285750" algn="l" defTabSz="914400" rtl="0" eaLnBrk="1" fontAlgn="base" latinLnBrk="0" hangingPunct="1">
              <a:lnSpc>
                <a:spcPts val="1800"/>
              </a:lnSpc>
              <a:spcBef>
                <a:spcPts val="300"/>
              </a:spcBef>
              <a:spcAft>
                <a:spcPct val="0"/>
              </a:spcAft>
              <a:buClr>
                <a:schemeClr val="tx2"/>
              </a:buClr>
              <a:buSzTx/>
              <a:buFont typeface="Times" charset="0"/>
              <a:buNone/>
              <a:tabLst/>
              <a:defRPr sz="1400">
                <a:solidFill>
                  <a:srgbClr val="FFFFFF"/>
                </a:solidFill>
              </a:defRPr>
            </a:lvl1pPr>
          </a:lstStyle>
          <a:p>
            <a:r>
              <a:rPr lang="de-DE"/>
              <a:t>Dr. </a:t>
            </a:r>
            <a:r>
              <a:rPr lang="de-DE" err="1"/>
              <a:t>rer</a:t>
            </a:r>
            <a:r>
              <a:rPr lang="de-DE"/>
              <a:t>. pol Max Mustermann · </a:t>
            </a:r>
            <a:fld id="{B15953E2-1CAD-46A0-A666-3E8E0EC7E0E1}" type="datetime1">
              <a:rPr lang="de-DE" smtClean="0"/>
              <a:pPr/>
              <a:t>25.04.14</a:t>
            </a:fld>
            <a:endParaRPr lang="de-DE"/>
          </a:p>
          <a:p>
            <a:endParaRPr lang="de-DE"/>
          </a:p>
        </p:txBody>
      </p:sp>
      <p:sp>
        <p:nvSpPr>
          <p:cNvPr id="2" name="Rechteck 1"/>
          <p:cNvSpPr/>
          <p:nvPr userDrawn="1"/>
        </p:nvSpPr>
        <p:spPr bwMode="auto">
          <a:xfrm>
            <a:off x="0" y="6383867"/>
            <a:ext cx="12192000" cy="482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ahoma" charset="0"/>
              <a:ea typeface="ＭＳ Ｐゴシック" charset="-128"/>
            </a:endParaRPr>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400" y="0"/>
            <a:ext cx="3999220" cy="2043866"/>
          </a:xfrm>
          <a:prstGeom prst="rect">
            <a:avLst/>
          </a:prstGeom>
        </p:spPr>
      </p:pic>
      <p:sp>
        <p:nvSpPr>
          <p:cNvPr id="10" name="Fußzeilenplatzhalter 4"/>
          <p:cNvSpPr>
            <a:spLocks noGrp="1"/>
          </p:cNvSpPr>
          <p:nvPr>
            <p:ph type="ftr" sz="quarter" idx="3"/>
          </p:nvPr>
        </p:nvSpPr>
        <p:spPr>
          <a:xfrm>
            <a:off x="1265656" y="2397300"/>
            <a:ext cx="10202444" cy="1261361"/>
          </a:xfrm>
          <a:prstGeom prst="rect">
            <a:avLst/>
          </a:prstGeom>
        </p:spPr>
        <p:txBody>
          <a:bodyPr/>
          <a:lstStyle>
            <a:lvl1pPr>
              <a:defRPr sz="2400" b="1">
                <a:solidFill>
                  <a:schemeClr val="bg1"/>
                </a:solidFill>
                <a:latin typeface="Tahoma Bold"/>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3746776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3_Layout FB Wirtschaft - nur Text">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1266286" y="1495167"/>
            <a:ext cx="10200227" cy="4276800"/>
          </a:xfrm>
        </p:spPr>
        <p:txBody>
          <a:bodyPr anchor="t"/>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Textmasterformate durch Klicken bearbeiten</a:t>
            </a:r>
          </a:p>
        </p:txBody>
      </p:sp>
      <p:sp>
        <p:nvSpPr>
          <p:cNvPr id="8" name="Titel 1"/>
          <p:cNvSpPr>
            <a:spLocks noGrp="1"/>
          </p:cNvSpPr>
          <p:nvPr>
            <p:ph type="title"/>
          </p:nvPr>
        </p:nvSpPr>
        <p:spPr>
          <a:xfrm>
            <a:off x="1263967" y="611188"/>
            <a:ext cx="10202546" cy="685800"/>
          </a:xfrm>
        </p:spPr>
        <p:txBody>
          <a:bodyPr/>
          <a:lstStyle/>
          <a:p>
            <a:r>
              <a:rPr lang="de-DE"/>
              <a:t>Titelmasterformat durch Klicken bearbeiten</a:t>
            </a:r>
          </a:p>
        </p:txBody>
      </p:sp>
      <p:sp>
        <p:nvSpPr>
          <p:cNvPr id="6" name="Fußzeilenplatzhalter 4"/>
          <p:cNvSpPr>
            <a:spLocks noGrp="1"/>
          </p:cNvSpPr>
          <p:nvPr>
            <p:ph type="ftr" sz="quarter" idx="3"/>
          </p:nvPr>
        </p:nvSpPr>
        <p:spPr>
          <a:xfrm>
            <a:off x="403749" y="6445663"/>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
        <p:nvSpPr>
          <p:cNvPr id="10" name="Datumsplatzhalter 3"/>
          <p:cNvSpPr>
            <a:spLocks noGrp="1"/>
          </p:cNvSpPr>
          <p:nvPr>
            <p:ph type="dt" sz="half" idx="2"/>
          </p:nvPr>
        </p:nvSpPr>
        <p:spPr>
          <a:xfrm>
            <a:off x="10075693" y="6448154"/>
            <a:ext cx="1485704" cy="365125"/>
          </a:xfrm>
          <a:prstGeom prst="rect">
            <a:avLst/>
          </a:prstGeom>
        </p:spPr>
        <p:txBody>
          <a:bodyPr/>
          <a:lstStyle>
            <a:lvl1pPr algn="r">
              <a:defRPr sz="800">
                <a:solidFill>
                  <a:schemeClr val="bg1"/>
                </a:solidFill>
              </a:defRPr>
            </a:lvl1pPr>
          </a:lstStyle>
          <a:p>
            <a:r>
              <a:rPr lang="de-DE"/>
              <a:t>21.02.2014</a:t>
            </a:r>
          </a:p>
        </p:txBody>
      </p:sp>
    </p:spTree>
    <p:extLst>
      <p:ext uri="{BB962C8B-B14F-4D97-AF65-F5344CB8AC3E}">
        <p14:creationId xmlns:p14="http://schemas.microsoft.com/office/powerpoint/2010/main" val="3840790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yout FB Technik - Titelfolie">
    <p:spTree>
      <p:nvGrpSpPr>
        <p:cNvPr id="1" name=""/>
        <p:cNvGrpSpPr/>
        <p:nvPr/>
      </p:nvGrpSpPr>
      <p:grpSpPr>
        <a:xfrm>
          <a:off x="0" y="0"/>
          <a:ext cx="0" cy="0"/>
          <a:chOff x="0" y="0"/>
          <a:chExt cx="0" cy="0"/>
        </a:xfrm>
      </p:grpSpPr>
      <p:sp>
        <p:nvSpPr>
          <p:cNvPr id="3079" name="Rectangle 9"/>
          <p:cNvSpPr>
            <a:spLocks noChangeArrowheads="1"/>
          </p:cNvSpPr>
          <p:nvPr userDrawn="1"/>
        </p:nvSpPr>
        <p:spPr bwMode="auto">
          <a:xfrm>
            <a:off x="507600" y="1600200"/>
            <a:ext cx="11705472" cy="4792663"/>
          </a:xfrm>
          <a:prstGeom prst="rect">
            <a:avLst/>
          </a:prstGeom>
          <a:solidFill>
            <a:schemeClr val="accent1"/>
          </a:solidFill>
          <a:ln w="9525">
            <a:noFill/>
            <a:miter lim="800000"/>
            <a:headEnd/>
            <a:tailEnd/>
          </a:ln>
        </p:spPr>
        <p:txBody>
          <a:bodyPr wrap="none" anchor="ctr"/>
          <a:lstStyle/>
          <a:p>
            <a:pPr algn="ctr"/>
            <a:r>
              <a:rPr lang="de-DE" sz="2400">
                <a:solidFill>
                  <a:srgbClr val="CC0A2F"/>
                </a:solidFill>
              </a:rPr>
              <a:t>             </a:t>
            </a:r>
          </a:p>
        </p:txBody>
      </p:sp>
      <p:sp>
        <p:nvSpPr>
          <p:cNvPr id="3075" name="Rectangle 3"/>
          <p:cNvSpPr>
            <a:spLocks noGrp="1" noChangeArrowheads="1"/>
          </p:cNvSpPr>
          <p:nvPr>
            <p:ph type="subTitle" idx="1" hasCustomPrompt="1"/>
          </p:nvPr>
        </p:nvSpPr>
        <p:spPr>
          <a:xfrm>
            <a:off x="1278000" y="5313363"/>
            <a:ext cx="8534400" cy="609600"/>
          </a:xfrm>
        </p:spPr>
        <p:txBody>
          <a:bodyPr/>
          <a:lstStyle>
            <a:lvl1pPr marL="285750" marR="0" indent="-285750" algn="l" defTabSz="914400" rtl="0" eaLnBrk="1" fontAlgn="base" latinLnBrk="0" hangingPunct="1">
              <a:lnSpc>
                <a:spcPts val="1800"/>
              </a:lnSpc>
              <a:spcBef>
                <a:spcPts val="300"/>
              </a:spcBef>
              <a:spcAft>
                <a:spcPct val="0"/>
              </a:spcAft>
              <a:buClr>
                <a:schemeClr val="tx2"/>
              </a:buClr>
              <a:buSzTx/>
              <a:buFont typeface="Times" charset="0"/>
              <a:buNone/>
              <a:tabLst/>
              <a:defRPr sz="1400">
                <a:solidFill>
                  <a:srgbClr val="FFFFFF"/>
                </a:solidFill>
              </a:defRPr>
            </a:lvl1pPr>
          </a:lstStyle>
          <a:p>
            <a:r>
              <a:rPr lang="de-DE"/>
              <a:t>Dr. </a:t>
            </a:r>
            <a:r>
              <a:rPr lang="de-DE" err="1"/>
              <a:t>rer</a:t>
            </a:r>
            <a:r>
              <a:rPr lang="de-DE"/>
              <a:t>. pol Max Mustermann · </a:t>
            </a:r>
            <a:fld id="{B15953E2-1CAD-46A0-A666-3E8E0EC7E0E1}" type="datetime1">
              <a:rPr lang="de-DE" smtClean="0"/>
              <a:pPr/>
              <a:t>25.04.14</a:t>
            </a:fld>
            <a:endParaRPr lang="de-DE"/>
          </a:p>
          <a:p>
            <a:endParaRPr lang="de-DE"/>
          </a:p>
        </p:txBody>
      </p:sp>
      <p:sp>
        <p:nvSpPr>
          <p:cNvPr id="2" name="Rechteck 1"/>
          <p:cNvSpPr/>
          <p:nvPr userDrawn="1"/>
        </p:nvSpPr>
        <p:spPr bwMode="auto">
          <a:xfrm>
            <a:off x="0" y="6383867"/>
            <a:ext cx="12192000" cy="482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ahoma" charset="0"/>
              <a:ea typeface="ＭＳ Ｐゴシック" charset="-128"/>
            </a:endParaRPr>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400" y="982"/>
            <a:ext cx="3999220" cy="2045925"/>
          </a:xfrm>
          <a:prstGeom prst="rect">
            <a:avLst/>
          </a:prstGeom>
        </p:spPr>
      </p:pic>
      <p:sp>
        <p:nvSpPr>
          <p:cNvPr id="10" name="Fußzeilenplatzhalter 4"/>
          <p:cNvSpPr>
            <a:spLocks noGrp="1"/>
          </p:cNvSpPr>
          <p:nvPr>
            <p:ph type="ftr" sz="quarter" idx="3"/>
          </p:nvPr>
        </p:nvSpPr>
        <p:spPr>
          <a:xfrm>
            <a:off x="1265656" y="2397300"/>
            <a:ext cx="10202444" cy="1261361"/>
          </a:xfrm>
          <a:prstGeom prst="rect">
            <a:avLst/>
          </a:prstGeom>
        </p:spPr>
        <p:txBody>
          <a:bodyPr/>
          <a:lstStyle>
            <a:lvl1pPr>
              <a:defRPr sz="2400" b="1">
                <a:solidFill>
                  <a:schemeClr val="bg1"/>
                </a:solidFill>
                <a:latin typeface="Tahoma Bold"/>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26213687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ayout FB Technik - nur Text">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1275341" y="1495167"/>
            <a:ext cx="10184822" cy="4276800"/>
          </a:xfrm>
        </p:spPr>
        <p:txBody>
          <a:bodyPr anchor="t"/>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Textmasterformate durch Klicken bearbeiten</a:t>
            </a:r>
          </a:p>
        </p:txBody>
      </p:sp>
      <p:sp>
        <p:nvSpPr>
          <p:cNvPr id="4" name="Datumsplatzhalter 3"/>
          <p:cNvSpPr>
            <a:spLocks noGrp="1"/>
          </p:cNvSpPr>
          <p:nvPr>
            <p:ph type="dt" sz="half" idx="10"/>
          </p:nvPr>
        </p:nvSpPr>
        <p:spPr/>
        <p:txBody>
          <a:bodyPr/>
          <a:lstStyle>
            <a:lvl1pPr>
              <a:defRPr/>
            </a:lvl1pPr>
          </a:lstStyle>
          <a:p>
            <a:r>
              <a:rPr lang="de-DE"/>
              <a:t>21.02.2014</a:t>
            </a:r>
          </a:p>
        </p:txBody>
      </p:sp>
      <p:sp>
        <p:nvSpPr>
          <p:cNvPr id="6" name="Foliennummernplatzhalter 5"/>
          <p:cNvSpPr>
            <a:spLocks noGrp="1"/>
          </p:cNvSpPr>
          <p:nvPr>
            <p:ph type="sldNum" sz="quarter" idx="12"/>
          </p:nvPr>
        </p:nvSpPr>
        <p:spPr/>
        <p:txBody>
          <a:bodyPr/>
          <a:lstStyle>
            <a:lvl1pPr>
              <a:defRPr/>
            </a:lvl1pPr>
          </a:lstStyle>
          <a:p>
            <a:fld id="{C87B243A-3576-4008-84D2-FFC27A67DDF6}" type="slidenum">
              <a:rPr lang="de-DE" smtClean="0"/>
              <a:pPr/>
              <a:t>‹#›</a:t>
            </a:fld>
            <a:r>
              <a:rPr lang="de-DE"/>
              <a:t> </a:t>
            </a:r>
          </a:p>
        </p:txBody>
      </p:sp>
      <p:sp>
        <p:nvSpPr>
          <p:cNvPr id="8" name="Titel 1"/>
          <p:cNvSpPr>
            <a:spLocks noGrp="1"/>
          </p:cNvSpPr>
          <p:nvPr>
            <p:ph type="title"/>
          </p:nvPr>
        </p:nvSpPr>
        <p:spPr>
          <a:xfrm>
            <a:off x="1273022" y="611188"/>
            <a:ext cx="10187141" cy="685800"/>
          </a:xfrm>
        </p:spPr>
        <p:txBody>
          <a:bodyPr/>
          <a:lstStyle/>
          <a:p>
            <a:r>
              <a:rPr lang="de-DE"/>
              <a:t>Titelmasterformat durch Klicken bearbeiten</a:t>
            </a:r>
          </a:p>
        </p:txBody>
      </p:sp>
      <p:sp>
        <p:nvSpPr>
          <p:cNvPr id="9" name="Fußzeilenplatzhalter 4"/>
          <p:cNvSpPr>
            <a:spLocks noGrp="1"/>
          </p:cNvSpPr>
          <p:nvPr>
            <p:ph type="ftr" sz="quarter" idx="3"/>
          </p:nvPr>
        </p:nvSpPr>
        <p:spPr>
          <a:xfrm>
            <a:off x="422639" y="6446837"/>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15790696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ayout FB Technik - nur Bi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r>
              <a:rPr lang="de-DE"/>
              <a:t>21.02.2014</a:t>
            </a:r>
          </a:p>
        </p:txBody>
      </p:sp>
      <p:sp>
        <p:nvSpPr>
          <p:cNvPr id="5" name="Foliennummernplatzhalter 4"/>
          <p:cNvSpPr>
            <a:spLocks noGrp="1"/>
          </p:cNvSpPr>
          <p:nvPr>
            <p:ph type="sldNum" sz="quarter" idx="12"/>
          </p:nvPr>
        </p:nvSpPr>
        <p:spPr/>
        <p:txBody>
          <a:bodyPr/>
          <a:lstStyle/>
          <a:p>
            <a:fld id="{C1946DF4-7EEC-4F10-B409-6215E5DCE4BE}" type="slidenum">
              <a:rPr lang="de-DE" smtClean="0"/>
              <a:pPr/>
              <a:t>‹#›</a:t>
            </a:fld>
            <a:r>
              <a:rPr lang="de-DE"/>
              <a:t> </a:t>
            </a:r>
          </a:p>
        </p:txBody>
      </p:sp>
      <p:sp>
        <p:nvSpPr>
          <p:cNvPr id="6" name="Titel 1"/>
          <p:cNvSpPr>
            <a:spLocks noGrp="1"/>
          </p:cNvSpPr>
          <p:nvPr>
            <p:ph type="title"/>
          </p:nvPr>
        </p:nvSpPr>
        <p:spPr>
          <a:xfrm>
            <a:off x="1270056" y="611188"/>
            <a:ext cx="10190107" cy="685800"/>
          </a:xfrm>
        </p:spPr>
        <p:txBody>
          <a:bodyPr/>
          <a:lstStyle/>
          <a:p>
            <a:r>
              <a:rPr lang="de-DE"/>
              <a:t>Titelmasterformat durch Klicken bearbeiten</a:t>
            </a:r>
          </a:p>
        </p:txBody>
      </p:sp>
      <p:sp>
        <p:nvSpPr>
          <p:cNvPr id="7" name="Bildplatzhalter 11"/>
          <p:cNvSpPr>
            <a:spLocks noGrp="1"/>
          </p:cNvSpPr>
          <p:nvPr>
            <p:ph type="pic" sz="quarter" idx="13"/>
          </p:nvPr>
        </p:nvSpPr>
        <p:spPr>
          <a:xfrm>
            <a:off x="1380375" y="1594691"/>
            <a:ext cx="10090546" cy="4278312"/>
          </a:xfrm>
        </p:spPr>
        <p:txBody>
          <a:bodyPr/>
          <a:lstStyle>
            <a:lvl1pPr>
              <a:buNone/>
              <a:defRPr/>
            </a:lvl1pPr>
          </a:lstStyle>
          <a:p>
            <a:endParaRPr lang="de-DE"/>
          </a:p>
        </p:txBody>
      </p:sp>
      <p:sp>
        <p:nvSpPr>
          <p:cNvPr id="9" name="Fußzeilenplatzhalter 4"/>
          <p:cNvSpPr>
            <a:spLocks noGrp="1"/>
          </p:cNvSpPr>
          <p:nvPr>
            <p:ph type="ftr" sz="quarter" idx="3"/>
          </p:nvPr>
        </p:nvSpPr>
        <p:spPr>
          <a:xfrm>
            <a:off x="422639" y="6446837"/>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1248033092"/>
      </p:ext>
    </p:extLst>
  </p:cSld>
  <p:clrMapOvr>
    <a:masterClrMapping/>
  </p:clrMapOvr>
  <p:extLst>
    <p:ext uri="{DCECCB84-F9BA-43D5-87BE-67443E8EF086}">
      <p15:sldGuideLst xmlns:p15="http://schemas.microsoft.com/office/powerpoint/2012/main">
        <p15:guide id="1" pos="86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ayout FB Technik - Text + Bild">
    <p:spTree>
      <p:nvGrpSpPr>
        <p:cNvPr id="1" name=""/>
        <p:cNvGrpSpPr/>
        <p:nvPr/>
      </p:nvGrpSpPr>
      <p:grpSpPr>
        <a:xfrm>
          <a:off x="0" y="0"/>
          <a:ext cx="0" cy="0"/>
          <a:chOff x="0" y="0"/>
          <a:chExt cx="0" cy="0"/>
        </a:xfrm>
      </p:grpSpPr>
      <p:sp>
        <p:nvSpPr>
          <p:cNvPr id="2" name="Titel 1"/>
          <p:cNvSpPr>
            <a:spLocks noGrp="1"/>
          </p:cNvSpPr>
          <p:nvPr>
            <p:ph type="title"/>
          </p:nvPr>
        </p:nvSpPr>
        <p:spPr>
          <a:xfrm>
            <a:off x="1272565" y="611188"/>
            <a:ext cx="9571567" cy="685800"/>
          </a:xfrm>
        </p:spPr>
        <p:txBody>
          <a:bodyPr/>
          <a:lstStyle/>
          <a:p>
            <a:r>
              <a:rPr lang="de-DE"/>
              <a:t>Titelmasterformat durch Klicken bearbeiten</a:t>
            </a:r>
          </a:p>
        </p:txBody>
      </p:sp>
      <p:sp>
        <p:nvSpPr>
          <p:cNvPr id="4" name="Inhaltsplatzhalter 3"/>
          <p:cNvSpPr>
            <a:spLocks noGrp="1"/>
          </p:cNvSpPr>
          <p:nvPr>
            <p:ph sz="half" idx="2"/>
          </p:nvPr>
        </p:nvSpPr>
        <p:spPr>
          <a:xfrm>
            <a:off x="6734177" y="1481139"/>
            <a:ext cx="4725986" cy="4405311"/>
          </a:xfrm>
        </p:spPr>
        <p:txBody>
          <a:bodyPr/>
          <a:lstStyle>
            <a:lvl1pPr algn="l">
              <a:buNone/>
              <a:defRPr sz="1800"/>
            </a:lvl1pPr>
            <a:lvl2pPr>
              <a:buNone/>
              <a:defRPr sz="1800"/>
            </a:lvl2pPr>
            <a:lvl3pPr>
              <a:buNone/>
              <a:defRPr sz="1800"/>
            </a:lvl3pPr>
            <a:lvl4pPr>
              <a:buNone/>
              <a:defRPr sz="1800"/>
            </a:lvl4pPr>
            <a:lvl5pPr>
              <a:buNone/>
              <a:defRPr sz="1800"/>
            </a:lvl5pPr>
            <a:lvl6pPr>
              <a:defRPr sz="1800"/>
            </a:lvl6pPr>
            <a:lvl7pPr>
              <a:defRPr sz="1800"/>
            </a:lvl7pPr>
            <a:lvl8pPr>
              <a:defRPr sz="1800"/>
            </a:lvl8pPr>
            <a:lvl9pPr>
              <a:defRPr sz="1800"/>
            </a:lvl9pPr>
          </a:lstStyle>
          <a:p>
            <a:pPr lvl="0"/>
            <a:r>
              <a:rPr lang="de-DE"/>
              <a:t>Textmasterformate durch Klicken bearbeiten</a:t>
            </a:r>
          </a:p>
        </p:txBody>
      </p:sp>
      <p:sp>
        <p:nvSpPr>
          <p:cNvPr id="5" name="Datumsplatzhalter 4"/>
          <p:cNvSpPr>
            <a:spLocks noGrp="1"/>
          </p:cNvSpPr>
          <p:nvPr>
            <p:ph type="dt" sz="half" idx="10"/>
          </p:nvPr>
        </p:nvSpPr>
        <p:spPr/>
        <p:txBody>
          <a:bodyPr/>
          <a:lstStyle>
            <a:lvl1pPr>
              <a:defRPr/>
            </a:lvl1pPr>
          </a:lstStyle>
          <a:p>
            <a:r>
              <a:rPr lang="de-DE"/>
              <a:t>21.02.2014</a:t>
            </a:r>
          </a:p>
        </p:txBody>
      </p:sp>
      <p:sp>
        <p:nvSpPr>
          <p:cNvPr id="7" name="Foliennummernplatzhalter 6"/>
          <p:cNvSpPr>
            <a:spLocks noGrp="1"/>
          </p:cNvSpPr>
          <p:nvPr>
            <p:ph type="sldNum" sz="quarter" idx="12"/>
          </p:nvPr>
        </p:nvSpPr>
        <p:spPr/>
        <p:txBody>
          <a:bodyPr/>
          <a:lstStyle>
            <a:lvl1pPr>
              <a:defRPr/>
            </a:lvl1pPr>
          </a:lstStyle>
          <a:p>
            <a:fld id="{4D0202B9-ACF1-4A20-A6D2-915DC792BCB3}" type="slidenum">
              <a:rPr lang="de-DE" smtClean="0"/>
              <a:pPr/>
              <a:t>‹#›</a:t>
            </a:fld>
            <a:r>
              <a:rPr lang="de-DE"/>
              <a:t> </a:t>
            </a:r>
          </a:p>
        </p:txBody>
      </p:sp>
      <p:sp>
        <p:nvSpPr>
          <p:cNvPr id="12" name="Bildplatzhalter 11"/>
          <p:cNvSpPr>
            <a:spLocks noGrp="1"/>
          </p:cNvSpPr>
          <p:nvPr>
            <p:ph type="pic" sz="quarter" idx="13"/>
          </p:nvPr>
        </p:nvSpPr>
        <p:spPr>
          <a:xfrm>
            <a:off x="1384601" y="1594691"/>
            <a:ext cx="4929640" cy="4278312"/>
          </a:xfrm>
        </p:spPr>
        <p:txBody>
          <a:bodyPr/>
          <a:lstStyle>
            <a:lvl1pPr>
              <a:buNone/>
              <a:defRPr/>
            </a:lvl1pPr>
          </a:lstStyle>
          <a:p>
            <a:endParaRPr lang="de-DE"/>
          </a:p>
        </p:txBody>
      </p:sp>
      <p:sp>
        <p:nvSpPr>
          <p:cNvPr id="9" name="Fußzeilenplatzhalter 4"/>
          <p:cNvSpPr>
            <a:spLocks noGrp="1"/>
          </p:cNvSpPr>
          <p:nvPr>
            <p:ph type="ftr" sz="quarter" idx="3"/>
          </p:nvPr>
        </p:nvSpPr>
        <p:spPr>
          <a:xfrm>
            <a:off x="422639" y="6446837"/>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1261577305"/>
      </p:ext>
    </p:extLst>
  </p:cSld>
  <p:clrMapOvr>
    <a:masterClrMapping/>
  </p:clrMapOvr>
  <p:extLst>
    <p:ext uri="{DCECCB84-F9BA-43D5-87BE-67443E8EF086}">
      <p15:sldGuideLst xmlns:p15="http://schemas.microsoft.com/office/powerpoint/2012/main">
        <p15:guide id="1" pos="855"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Layout FB Technik - nur Aufzählungen">
    <p:spTree>
      <p:nvGrpSpPr>
        <p:cNvPr id="1" name=""/>
        <p:cNvGrpSpPr/>
        <p:nvPr/>
      </p:nvGrpSpPr>
      <p:grpSpPr>
        <a:xfrm>
          <a:off x="0" y="0"/>
          <a:ext cx="0" cy="0"/>
          <a:chOff x="0" y="0"/>
          <a:chExt cx="0" cy="0"/>
        </a:xfrm>
      </p:grpSpPr>
      <p:sp>
        <p:nvSpPr>
          <p:cNvPr id="2" name="Titel 1"/>
          <p:cNvSpPr>
            <a:spLocks noGrp="1"/>
          </p:cNvSpPr>
          <p:nvPr>
            <p:ph type="title"/>
          </p:nvPr>
        </p:nvSpPr>
        <p:spPr>
          <a:xfrm>
            <a:off x="1265861" y="611188"/>
            <a:ext cx="10194302" cy="685800"/>
          </a:xfrm>
        </p:spPr>
        <p:txBody>
          <a:bodyPr/>
          <a:lstStyle/>
          <a:p>
            <a:r>
              <a:rPr lang="de-DE"/>
              <a:t>Titelmasterformat durch Klicken bearbeiten</a:t>
            </a:r>
          </a:p>
        </p:txBody>
      </p:sp>
      <p:sp>
        <p:nvSpPr>
          <p:cNvPr id="3" name="Inhaltsplatzhalter 2"/>
          <p:cNvSpPr>
            <a:spLocks noGrp="1"/>
          </p:cNvSpPr>
          <p:nvPr>
            <p:ph idx="1" hasCustomPrompt="1"/>
          </p:nvPr>
        </p:nvSpPr>
        <p:spPr/>
        <p:txBody>
          <a:bodyPr/>
          <a:lstStyle>
            <a:lvl1pPr marL="285750" indent="-285750">
              <a:buFont typeface="Wingdings" panose="05000000000000000000" pitchFamily="2" charset="2"/>
              <a:buChar char="§"/>
              <a:defRPr/>
            </a:lvl1pPr>
            <a:lvl2pPr marL="808038" indent="-285750">
              <a:buFont typeface="Wingdings" panose="05000000000000000000" pitchFamily="2" charset="2"/>
              <a:buChar char="§"/>
              <a:defRPr/>
            </a:lvl2pPr>
            <a:lvl3pPr marL="1252538" indent="-254000">
              <a:buFont typeface="Wingdings" panose="05000000000000000000" pitchFamily="2" charset="2"/>
              <a:buChar char="§"/>
              <a:defRPr/>
            </a:lvl3pPr>
            <a:lvl4pPr marL="1701800" indent="-284163">
              <a:buFont typeface="Wingdings" panose="05000000000000000000" pitchFamily="2" charset="2"/>
              <a:buChar char="§"/>
              <a:defRPr/>
            </a:lvl4pPr>
            <a:lvl5pPr marL="2151063" indent="-314325">
              <a:buFont typeface="Wingdings" panose="05000000000000000000" pitchFamily="2" charset="2"/>
              <a:buChar char="§"/>
              <a:defRPr/>
            </a:lvl5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lvl1pPr>
              <a:defRPr/>
            </a:lvl1pPr>
          </a:lstStyle>
          <a:p>
            <a:r>
              <a:rPr lang="de-DE"/>
              <a:t>21.02.2014</a:t>
            </a:r>
          </a:p>
        </p:txBody>
      </p:sp>
      <p:sp>
        <p:nvSpPr>
          <p:cNvPr id="6" name="Foliennummernplatzhalter 5"/>
          <p:cNvSpPr>
            <a:spLocks noGrp="1"/>
          </p:cNvSpPr>
          <p:nvPr>
            <p:ph type="sldNum" sz="quarter" idx="12"/>
          </p:nvPr>
        </p:nvSpPr>
        <p:spPr/>
        <p:txBody>
          <a:bodyPr/>
          <a:lstStyle>
            <a:lvl1pPr>
              <a:defRPr/>
            </a:lvl1pPr>
          </a:lstStyle>
          <a:p>
            <a:fld id="{407D905B-AA8D-4A06-91DD-9C9202A13A6D}" type="slidenum">
              <a:rPr lang="de-DE" smtClean="0"/>
              <a:pPr/>
              <a:t>‹#›</a:t>
            </a:fld>
            <a:r>
              <a:rPr lang="de-DE"/>
              <a:t> </a:t>
            </a:r>
          </a:p>
        </p:txBody>
      </p:sp>
      <p:sp>
        <p:nvSpPr>
          <p:cNvPr id="8" name="Fußzeilenplatzhalter 4"/>
          <p:cNvSpPr>
            <a:spLocks noGrp="1"/>
          </p:cNvSpPr>
          <p:nvPr>
            <p:ph type="ftr" sz="quarter" idx="3"/>
          </p:nvPr>
        </p:nvSpPr>
        <p:spPr>
          <a:xfrm>
            <a:off x="422639" y="6446837"/>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30456761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ayout FB Technik - Tabellenvorlagen">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r>
              <a:rPr lang="de-DE"/>
              <a:t>21.02.2014</a:t>
            </a:r>
          </a:p>
        </p:txBody>
      </p:sp>
      <p:sp>
        <p:nvSpPr>
          <p:cNvPr id="5" name="Foliennummernplatzhalter 4"/>
          <p:cNvSpPr>
            <a:spLocks noGrp="1"/>
          </p:cNvSpPr>
          <p:nvPr>
            <p:ph type="sldNum" sz="quarter" idx="12"/>
          </p:nvPr>
        </p:nvSpPr>
        <p:spPr/>
        <p:txBody>
          <a:bodyPr/>
          <a:lstStyle/>
          <a:p>
            <a:fld id="{C1946DF4-7EEC-4F10-B409-6215E5DCE4BE}" type="slidenum">
              <a:rPr lang="de-DE" smtClean="0"/>
              <a:pPr/>
              <a:t>‹#›</a:t>
            </a:fld>
            <a:r>
              <a:rPr lang="de-DE"/>
              <a:t> </a:t>
            </a:r>
          </a:p>
        </p:txBody>
      </p:sp>
      <p:sp>
        <p:nvSpPr>
          <p:cNvPr id="38" name="Textplatzhalter 37"/>
          <p:cNvSpPr>
            <a:spLocks noGrp="1"/>
          </p:cNvSpPr>
          <p:nvPr>
            <p:ph type="body" sz="quarter" idx="14" hasCustomPrompt="1"/>
          </p:nvPr>
        </p:nvSpPr>
        <p:spPr bwMode="auto">
          <a:xfrm>
            <a:off x="1384513" y="1620773"/>
            <a:ext cx="2217368" cy="249576"/>
          </a:xfrm>
          <a:custGeom>
            <a:avLst/>
            <a:gdLst>
              <a:gd name="connsiteX0" fmla="*/ 0 w 1554762"/>
              <a:gd name="connsiteY0" fmla="*/ 0 h 249576"/>
              <a:gd name="connsiteX1" fmla="*/ 600 w 1554762"/>
              <a:gd name="connsiteY1" fmla="*/ 0 h 249576"/>
              <a:gd name="connsiteX2" fmla="*/ 1554162 w 1554762"/>
              <a:gd name="connsiteY2" fmla="*/ 0 h 249576"/>
              <a:gd name="connsiteX3" fmla="*/ 1554762 w 1554762"/>
              <a:gd name="connsiteY3" fmla="*/ 0 h 249576"/>
              <a:gd name="connsiteX4" fmla="*/ 1554762 w 1554762"/>
              <a:gd name="connsiteY4" fmla="*/ 179556 h 249576"/>
              <a:gd name="connsiteX5" fmla="*/ 843180 w 1554762"/>
              <a:gd name="connsiteY5" fmla="*/ 179556 h 249576"/>
              <a:gd name="connsiteX6" fmla="*/ 777082 w 1554762"/>
              <a:gd name="connsiteY6" fmla="*/ 249576 h 249576"/>
              <a:gd name="connsiteX7" fmla="*/ 710983 w 1554762"/>
              <a:gd name="connsiteY7" fmla="*/ 179556 h 249576"/>
              <a:gd name="connsiteX8" fmla="*/ 600 w 1554762"/>
              <a:gd name="connsiteY8" fmla="*/ 179556 h 249576"/>
              <a:gd name="connsiteX9" fmla="*/ 600 w 1554762"/>
              <a:gd name="connsiteY9" fmla="*/ 174625 h 249576"/>
              <a:gd name="connsiteX10" fmla="*/ 0 w 1554762"/>
              <a:gd name="connsiteY10" fmla="*/ 174625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4762" h="249576">
                <a:moveTo>
                  <a:pt x="0" y="0"/>
                </a:moveTo>
                <a:lnTo>
                  <a:pt x="600" y="0"/>
                </a:lnTo>
                <a:lnTo>
                  <a:pt x="1554162" y="0"/>
                </a:lnTo>
                <a:lnTo>
                  <a:pt x="1554762" y="0"/>
                </a:lnTo>
                <a:lnTo>
                  <a:pt x="1554762" y="179556"/>
                </a:lnTo>
                <a:lnTo>
                  <a:pt x="843180" y="179556"/>
                </a:lnTo>
                <a:lnTo>
                  <a:pt x="777082" y="249576"/>
                </a:lnTo>
                <a:lnTo>
                  <a:pt x="710983" y="179556"/>
                </a:lnTo>
                <a:lnTo>
                  <a:pt x="600" y="179556"/>
                </a:lnTo>
                <a:lnTo>
                  <a:pt x="600" y="174625"/>
                </a:lnTo>
                <a:lnTo>
                  <a:pt x="0" y="174625"/>
                </a:lnTo>
                <a:close/>
              </a:path>
            </a:pathLst>
          </a:custGeom>
          <a:solidFill>
            <a:schemeClr val="accent1"/>
          </a:solidFill>
          <a:ln w="9525">
            <a:no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bg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41" name="Textplatzhalter 40"/>
          <p:cNvSpPr>
            <a:spLocks noGrp="1"/>
          </p:cNvSpPr>
          <p:nvPr>
            <p:ph type="body" sz="quarter" idx="16" hasCustomPrompt="1"/>
          </p:nvPr>
        </p:nvSpPr>
        <p:spPr bwMode="auto">
          <a:xfrm>
            <a:off x="3728141" y="1620773"/>
            <a:ext cx="3035583" cy="249576"/>
          </a:xfrm>
          <a:custGeom>
            <a:avLst/>
            <a:gdLst>
              <a:gd name="connsiteX0" fmla="*/ 0 w 2127053"/>
              <a:gd name="connsiteY0" fmla="*/ 0 h 249576"/>
              <a:gd name="connsiteX1" fmla="*/ 286445 w 2127053"/>
              <a:gd name="connsiteY1" fmla="*/ 0 h 249576"/>
              <a:gd name="connsiteX2" fmla="*/ 1840607 w 2127053"/>
              <a:gd name="connsiteY2" fmla="*/ 0 h 249576"/>
              <a:gd name="connsiteX3" fmla="*/ 2127053 w 2127053"/>
              <a:gd name="connsiteY3" fmla="*/ 0 h 249576"/>
              <a:gd name="connsiteX4" fmla="*/ 2127053 w 2127053"/>
              <a:gd name="connsiteY4" fmla="*/ 179556 h 249576"/>
              <a:gd name="connsiteX5" fmla="*/ 1129625 w 2127053"/>
              <a:gd name="connsiteY5" fmla="*/ 179556 h 249576"/>
              <a:gd name="connsiteX6" fmla="*/ 1063527 w 2127053"/>
              <a:gd name="connsiteY6" fmla="*/ 249576 h 249576"/>
              <a:gd name="connsiteX7" fmla="*/ 997428 w 2127053"/>
              <a:gd name="connsiteY7" fmla="*/ 179556 h 249576"/>
              <a:gd name="connsiteX8" fmla="*/ 0 w 2127053"/>
              <a:gd name="connsiteY8" fmla="*/ 179556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7053" h="249576">
                <a:moveTo>
                  <a:pt x="0" y="0"/>
                </a:moveTo>
                <a:lnTo>
                  <a:pt x="286445" y="0"/>
                </a:lnTo>
                <a:lnTo>
                  <a:pt x="1840607" y="0"/>
                </a:lnTo>
                <a:lnTo>
                  <a:pt x="2127053" y="0"/>
                </a:lnTo>
                <a:lnTo>
                  <a:pt x="2127053" y="179556"/>
                </a:lnTo>
                <a:lnTo>
                  <a:pt x="1129625" y="179556"/>
                </a:lnTo>
                <a:lnTo>
                  <a:pt x="1063527" y="249576"/>
                </a:lnTo>
                <a:lnTo>
                  <a:pt x="997428" y="179556"/>
                </a:lnTo>
                <a:lnTo>
                  <a:pt x="0" y="179556"/>
                </a:lnTo>
                <a:close/>
              </a:path>
            </a:pathLst>
          </a:custGeom>
          <a:solidFill>
            <a:schemeClr val="accent1"/>
          </a:solidFill>
          <a:ln w="9525">
            <a:solidFill>
              <a:schemeClr val="accent1"/>
            </a:solid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bg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42" name="Textplatzhalter 41"/>
          <p:cNvSpPr>
            <a:spLocks noGrp="1"/>
          </p:cNvSpPr>
          <p:nvPr>
            <p:ph type="body" sz="quarter" idx="18" hasCustomPrompt="1"/>
          </p:nvPr>
        </p:nvSpPr>
        <p:spPr bwMode="auto">
          <a:xfrm>
            <a:off x="6881075" y="1620773"/>
            <a:ext cx="4611824" cy="249576"/>
          </a:xfrm>
          <a:custGeom>
            <a:avLst/>
            <a:gdLst>
              <a:gd name="connsiteX0" fmla="*/ 0 w 3232150"/>
              <a:gd name="connsiteY0" fmla="*/ 0 h 249576"/>
              <a:gd name="connsiteX1" fmla="*/ 838994 w 3232150"/>
              <a:gd name="connsiteY1" fmla="*/ 0 h 249576"/>
              <a:gd name="connsiteX2" fmla="*/ 2393156 w 3232150"/>
              <a:gd name="connsiteY2" fmla="*/ 0 h 249576"/>
              <a:gd name="connsiteX3" fmla="*/ 3232150 w 3232150"/>
              <a:gd name="connsiteY3" fmla="*/ 0 h 249576"/>
              <a:gd name="connsiteX4" fmla="*/ 3232150 w 3232150"/>
              <a:gd name="connsiteY4" fmla="*/ 179556 h 249576"/>
              <a:gd name="connsiteX5" fmla="*/ 1682174 w 3232150"/>
              <a:gd name="connsiteY5" fmla="*/ 179556 h 249576"/>
              <a:gd name="connsiteX6" fmla="*/ 1616076 w 3232150"/>
              <a:gd name="connsiteY6" fmla="*/ 249576 h 249576"/>
              <a:gd name="connsiteX7" fmla="*/ 1549977 w 3232150"/>
              <a:gd name="connsiteY7" fmla="*/ 179556 h 249576"/>
              <a:gd name="connsiteX8" fmla="*/ 0 w 3232150"/>
              <a:gd name="connsiteY8" fmla="*/ 179556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2150" h="249576">
                <a:moveTo>
                  <a:pt x="0" y="0"/>
                </a:moveTo>
                <a:lnTo>
                  <a:pt x="838994" y="0"/>
                </a:lnTo>
                <a:lnTo>
                  <a:pt x="2393156" y="0"/>
                </a:lnTo>
                <a:lnTo>
                  <a:pt x="3232150" y="0"/>
                </a:lnTo>
                <a:lnTo>
                  <a:pt x="3232150" y="179556"/>
                </a:lnTo>
                <a:lnTo>
                  <a:pt x="1682174" y="179556"/>
                </a:lnTo>
                <a:lnTo>
                  <a:pt x="1616076" y="249576"/>
                </a:lnTo>
                <a:lnTo>
                  <a:pt x="1549977" y="179556"/>
                </a:lnTo>
                <a:lnTo>
                  <a:pt x="0" y="179556"/>
                </a:lnTo>
                <a:close/>
              </a:path>
            </a:pathLst>
          </a:custGeom>
          <a:solidFill>
            <a:schemeClr val="accent1"/>
          </a:solidFill>
          <a:ln w="9525">
            <a:no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bg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44" name="Textplatzhalter 43"/>
          <p:cNvSpPr>
            <a:spLocks noGrp="1"/>
          </p:cNvSpPr>
          <p:nvPr>
            <p:ph type="body" sz="quarter" idx="22" hasCustomPrompt="1"/>
          </p:nvPr>
        </p:nvSpPr>
        <p:spPr bwMode="auto">
          <a:xfrm>
            <a:off x="1386785" y="2138818"/>
            <a:ext cx="10106114" cy="249576"/>
          </a:xfrm>
          <a:custGeom>
            <a:avLst/>
            <a:gdLst>
              <a:gd name="connsiteX0" fmla="*/ 0 w 7091363"/>
              <a:gd name="connsiteY0" fmla="*/ 0 h 249576"/>
              <a:gd name="connsiteX1" fmla="*/ 2768600 w 7091363"/>
              <a:gd name="connsiteY1" fmla="*/ 0 h 249576"/>
              <a:gd name="connsiteX2" fmla="*/ 4322762 w 7091363"/>
              <a:gd name="connsiteY2" fmla="*/ 0 h 249576"/>
              <a:gd name="connsiteX3" fmla="*/ 7091363 w 7091363"/>
              <a:gd name="connsiteY3" fmla="*/ 0 h 249576"/>
              <a:gd name="connsiteX4" fmla="*/ 7091363 w 7091363"/>
              <a:gd name="connsiteY4" fmla="*/ 179556 h 249576"/>
              <a:gd name="connsiteX5" fmla="*/ 3611780 w 7091363"/>
              <a:gd name="connsiteY5" fmla="*/ 179556 h 249576"/>
              <a:gd name="connsiteX6" fmla="*/ 3545682 w 7091363"/>
              <a:gd name="connsiteY6" fmla="*/ 249576 h 249576"/>
              <a:gd name="connsiteX7" fmla="*/ 3479583 w 7091363"/>
              <a:gd name="connsiteY7" fmla="*/ 179556 h 249576"/>
              <a:gd name="connsiteX8" fmla="*/ 0 w 7091363"/>
              <a:gd name="connsiteY8" fmla="*/ 179556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91363" h="249576">
                <a:moveTo>
                  <a:pt x="0" y="0"/>
                </a:moveTo>
                <a:lnTo>
                  <a:pt x="2768600" y="0"/>
                </a:lnTo>
                <a:lnTo>
                  <a:pt x="4322762" y="0"/>
                </a:lnTo>
                <a:lnTo>
                  <a:pt x="7091363" y="0"/>
                </a:lnTo>
                <a:lnTo>
                  <a:pt x="7091363" y="179556"/>
                </a:lnTo>
                <a:lnTo>
                  <a:pt x="3611780" y="179556"/>
                </a:lnTo>
                <a:lnTo>
                  <a:pt x="3545682" y="249576"/>
                </a:lnTo>
                <a:lnTo>
                  <a:pt x="3479583" y="179556"/>
                </a:lnTo>
                <a:lnTo>
                  <a:pt x="0" y="179556"/>
                </a:lnTo>
                <a:close/>
              </a:path>
            </a:pathLst>
          </a:custGeom>
          <a:solidFill>
            <a:schemeClr val="accent1"/>
          </a:solidFill>
          <a:ln w="9525">
            <a:no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bg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47" name="Freihandform 78"/>
          <p:cNvSpPr txBox="1">
            <a:spLocks/>
          </p:cNvSpPr>
          <p:nvPr userDrawn="1"/>
        </p:nvSpPr>
        <p:spPr bwMode="auto">
          <a:xfrm>
            <a:off x="1374833" y="2726885"/>
            <a:ext cx="10118066" cy="179556"/>
          </a:xfrm>
          <a:custGeom>
            <a:avLst/>
            <a:gdLst>
              <a:gd name="connsiteX0" fmla="*/ 0 w 7091362"/>
              <a:gd name="connsiteY0" fmla="*/ 0 h 179556"/>
              <a:gd name="connsiteX1" fmla="*/ 7091362 w 7091362"/>
              <a:gd name="connsiteY1" fmla="*/ 0 h 179556"/>
              <a:gd name="connsiteX2" fmla="*/ 7091362 w 7091362"/>
              <a:gd name="connsiteY2" fmla="*/ 179556 h 179556"/>
              <a:gd name="connsiteX3" fmla="*/ 3605228 w 7091362"/>
              <a:gd name="connsiteY3" fmla="*/ 179556 h 179556"/>
              <a:gd name="connsiteX4" fmla="*/ 3538536 w 7091362"/>
              <a:gd name="connsiteY4" fmla="*/ 103854 h 179556"/>
              <a:gd name="connsiteX5" fmla="*/ 3471843 w 7091362"/>
              <a:gd name="connsiteY5" fmla="*/ 179556 h 179556"/>
              <a:gd name="connsiteX6" fmla="*/ 0 w 7091362"/>
              <a:gd name="connsiteY6" fmla="*/ 179556 h 179556"/>
              <a:gd name="connsiteX7" fmla="*/ 0 w 7091362"/>
              <a:gd name="connsiteY7" fmla="*/ 0 h 17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91362" h="179556">
                <a:moveTo>
                  <a:pt x="0" y="0"/>
                </a:moveTo>
                <a:lnTo>
                  <a:pt x="7091362" y="0"/>
                </a:lnTo>
                <a:lnTo>
                  <a:pt x="7091362" y="179556"/>
                </a:lnTo>
                <a:lnTo>
                  <a:pt x="3605228" y="179556"/>
                </a:lnTo>
                <a:lnTo>
                  <a:pt x="3538536" y="103854"/>
                </a:lnTo>
                <a:lnTo>
                  <a:pt x="3471843" y="179556"/>
                </a:lnTo>
                <a:lnTo>
                  <a:pt x="0" y="179556"/>
                </a:lnTo>
                <a:lnTo>
                  <a:pt x="0" y="0"/>
                </a:lnTo>
                <a:close/>
              </a:path>
            </a:pathLst>
          </a:custGeom>
          <a:solidFill>
            <a:schemeClr val="accent1"/>
          </a:solidFill>
          <a:ln w="9525">
            <a:noFill/>
            <a:miter lim="800000"/>
            <a:headEnd/>
            <a:tailEnd/>
          </a:ln>
        </p:spPr>
        <p:txBody>
          <a:bodyPr vert="horz" wrap="square" lIns="91440" tIns="45720" rIns="91440" bIns="45720" numCol="1" anchor="t" anchorCtr="0" compatLnSpc="1">
            <a:prstTxWarp prst="textNoShape">
              <a:avLst/>
            </a:prstTxWarp>
            <a:noAutofit/>
          </a:bodyPr>
          <a:lstStyle>
            <a:lvl1pPr marL="0" marR="0" indent="0" algn="ctr" defTabSz="914400" rtl="0" eaLnBrk="0" fontAlgn="base" latinLnBrk="0" hangingPunct="0">
              <a:lnSpc>
                <a:spcPts val="900"/>
              </a:lnSpc>
              <a:spcBef>
                <a:spcPts val="0"/>
              </a:spcBef>
              <a:spcAft>
                <a:spcPts val="0"/>
              </a:spcAft>
              <a:buClrTx/>
              <a:buSzTx/>
              <a:buFontTx/>
              <a:buNone/>
              <a:tabLst/>
              <a:defRPr sz="1800" baseline="0">
                <a:solidFill>
                  <a:schemeClr val="tx1"/>
                </a:solidFill>
                <a:latin typeface="+mn-lt"/>
                <a:ea typeface="+mn-ea"/>
                <a:cs typeface="+mn-cs"/>
              </a:defRPr>
            </a:lvl1pPr>
            <a:lvl2pPr marL="808038" indent="-285750"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2pPr>
            <a:lvl3pPr marL="1257300" indent="-258763"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3pPr>
            <a:lvl4pPr marL="1704975" indent="-287338"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4pPr>
            <a:lvl5pPr marL="2152650" indent="-315913"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5pPr>
            <a:lvl6pPr marL="25225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6pPr>
            <a:lvl7pPr marL="29797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7pPr>
            <a:lvl8pPr marL="34369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8pPr>
            <a:lvl9pPr marL="38941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9pPr>
          </a:lstStyle>
          <a:p>
            <a:r>
              <a:rPr lang="de-DE" sz="1000" kern="0">
                <a:solidFill>
                  <a:schemeClr val="bg1"/>
                </a:solidFill>
                <a:latin typeface="Tahoma" charset="0"/>
                <a:ea typeface="ＭＳ Ｐゴシック" charset="-128"/>
              </a:rPr>
              <a:t> </a:t>
            </a:r>
          </a:p>
        </p:txBody>
      </p:sp>
      <p:sp>
        <p:nvSpPr>
          <p:cNvPr id="49" name="Textplatzhalter 48"/>
          <p:cNvSpPr>
            <a:spLocks noGrp="1"/>
          </p:cNvSpPr>
          <p:nvPr>
            <p:ph type="body" sz="quarter" idx="23" hasCustomPrompt="1"/>
          </p:nvPr>
        </p:nvSpPr>
        <p:spPr bwMode="auto">
          <a:xfrm>
            <a:off x="1392761" y="3496301"/>
            <a:ext cx="2209120" cy="249576"/>
          </a:xfrm>
          <a:custGeom>
            <a:avLst/>
            <a:gdLst>
              <a:gd name="connsiteX0" fmla="*/ 0 w 1554762"/>
              <a:gd name="connsiteY0" fmla="*/ 0 h 249576"/>
              <a:gd name="connsiteX1" fmla="*/ 600 w 1554762"/>
              <a:gd name="connsiteY1" fmla="*/ 0 h 249576"/>
              <a:gd name="connsiteX2" fmla="*/ 1554162 w 1554762"/>
              <a:gd name="connsiteY2" fmla="*/ 0 h 249576"/>
              <a:gd name="connsiteX3" fmla="*/ 1554762 w 1554762"/>
              <a:gd name="connsiteY3" fmla="*/ 0 h 249576"/>
              <a:gd name="connsiteX4" fmla="*/ 1554762 w 1554762"/>
              <a:gd name="connsiteY4" fmla="*/ 179556 h 249576"/>
              <a:gd name="connsiteX5" fmla="*/ 843180 w 1554762"/>
              <a:gd name="connsiteY5" fmla="*/ 179556 h 249576"/>
              <a:gd name="connsiteX6" fmla="*/ 777082 w 1554762"/>
              <a:gd name="connsiteY6" fmla="*/ 249576 h 249576"/>
              <a:gd name="connsiteX7" fmla="*/ 710983 w 1554762"/>
              <a:gd name="connsiteY7" fmla="*/ 179556 h 249576"/>
              <a:gd name="connsiteX8" fmla="*/ 600 w 1554762"/>
              <a:gd name="connsiteY8" fmla="*/ 179556 h 249576"/>
              <a:gd name="connsiteX9" fmla="*/ 600 w 1554762"/>
              <a:gd name="connsiteY9" fmla="*/ 174625 h 249576"/>
              <a:gd name="connsiteX10" fmla="*/ 0 w 1554762"/>
              <a:gd name="connsiteY10" fmla="*/ 174625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4762" h="249576">
                <a:moveTo>
                  <a:pt x="0" y="0"/>
                </a:moveTo>
                <a:lnTo>
                  <a:pt x="600" y="0"/>
                </a:lnTo>
                <a:lnTo>
                  <a:pt x="1554162" y="0"/>
                </a:lnTo>
                <a:lnTo>
                  <a:pt x="1554762" y="0"/>
                </a:lnTo>
                <a:lnTo>
                  <a:pt x="1554762" y="179556"/>
                </a:lnTo>
                <a:lnTo>
                  <a:pt x="843180" y="179556"/>
                </a:lnTo>
                <a:lnTo>
                  <a:pt x="777082" y="249576"/>
                </a:lnTo>
                <a:lnTo>
                  <a:pt x="710983" y="179556"/>
                </a:lnTo>
                <a:lnTo>
                  <a:pt x="600" y="179556"/>
                </a:lnTo>
                <a:lnTo>
                  <a:pt x="600" y="174625"/>
                </a:lnTo>
                <a:lnTo>
                  <a:pt x="0" y="174625"/>
                </a:lnTo>
                <a:close/>
              </a:path>
            </a:pathLst>
          </a:custGeom>
          <a:solidFill>
            <a:schemeClr val="bg1">
              <a:lumMod val="75000"/>
            </a:schemeClr>
          </a:solidFill>
          <a:ln w="9525">
            <a:no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tx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50" name="Textplatzhalter 49"/>
          <p:cNvSpPr>
            <a:spLocks noGrp="1"/>
          </p:cNvSpPr>
          <p:nvPr>
            <p:ph type="body" sz="quarter" idx="24" hasCustomPrompt="1"/>
          </p:nvPr>
        </p:nvSpPr>
        <p:spPr bwMode="auto">
          <a:xfrm>
            <a:off x="3728141" y="3496301"/>
            <a:ext cx="3035583" cy="249576"/>
          </a:xfrm>
          <a:custGeom>
            <a:avLst/>
            <a:gdLst>
              <a:gd name="connsiteX0" fmla="*/ 0 w 2127053"/>
              <a:gd name="connsiteY0" fmla="*/ 0 h 249576"/>
              <a:gd name="connsiteX1" fmla="*/ 286445 w 2127053"/>
              <a:gd name="connsiteY1" fmla="*/ 0 h 249576"/>
              <a:gd name="connsiteX2" fmla="*/ 1840607 w 2127053"/>
              <a:gd name="connsiteY2" fmla="*/ 0 h 249576"/>
              <a:gd name="connsiteX3" fmla="*/ 2127053 w 2127053"/>
              <a:gd name="connsiteY3" fmla="*/ 0 h 249576"/>
              <a:gd name="connsiteX4" fmla="*/ 2127053 w 2127053"/>
              <a:gd name="connsiteY4" fmla="*/ 179556 h 249576"/>
              <a:gd name="connsiteX5" fmla="*/ 1129625 w 2127053"/>
              <a:gd name="connsiteY5" fmla="*/ 179556 h 249576"/>
              <a:gd name="connsiteX6" fmla="*/ 1063527 w 2127053"/>
              <a:gd name="connsiteY6" fmla="*/ 249576 h 249576"/>
              <a:gd name="connsiteX7" fmla="*/ 997428 w 2127053"/>
              <a:gd name="connsiteY7" fmla="*/ 179556 h 249576"/>
              <a:gd name="connsiteX8" fmla="*/ 0 w 2127053"/>
              <a:gd name="connsiteY8" fmla="*/ 179556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7053" h="249576">
                <a:moveTo>
                  <a:pt x="0" y="0"/>
                </a:moveTo>
                <a:lnTo>
                  <a:pt x="286445" y="0"/>
                </a:lnTo>
                <a:lnTo>
                  <a:pt x="1840607" y="0"/>
                </a:lnTo>
                <a:lnTo>
                  <a:pt x="2127053" y="0"/>
                </a:lnTo>
                <a:lnTo>
                  <a:pt x="2127053" y="179556"/>
                </a:lnTo>
                <a:lnTo>
                  <a:pt x="1129625" y="179556"/>
                </a:lnTo>
                <a:lnTo>
                  <a:pt x="1063527" y="249576"/>
                </a:lnTo>
                <a:lnTo>
                  <a:pt x="997428" y="179556"/>
                </a:lnTo>
                <a:lnTo>
                  <a:pt x="0" y="179556"/>
                </a:lnTo>
                <a:close/>
              </a:path>
            </a:pathLst>
          </a:custGeom>
          <a:solidFill>
            <a:schemeClr val="bg1">
              <a:lumMod val="75000"/>
            </a:schemeClr>
          </a:solidFill>
          <a:ln w="9525">
            <a:solidFill>
              <a:schemeClr val="bg1">
                <a:lumMod val="75000"/>
              </a:schemeClr>
            </a:solid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tx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51" name="Textplatzhalter 50"/>
          <p:cNvSpPr>
            <a:spLocks noGrp="1"/>
          </p:cNvSpPr>
          <p:nvPr>
            <p:ph type="body" sz="quarter" idx="25" hasCustomPrompt="1"/>
          </p:nvPr>
        </p:nvSpPr>
        <p:spPr bwMode="auto">
          <a:xfrm>
            <a:off x="6881075" y="3496301"/>
            <a:ext cx="4611824" cy="249576"/>
          </a:xfrm>
          <a:custGeom>
            <a:avLst/>
            <a:gdLst>
              <a:gd name="connsiteX0" fmla="*/ 0 w 3232150"/>
              <a:gd name="connsiteY0" fmla="*/ 0 h 249576"/>
              <a:gd name="connsiteX1" fmla="*/ 838994 w 3232150"/>
              <a:gd name="connsiteY1" fmla="*/ 0 h 249576"/>
              <a:gd name="connsiteX2" fmla="*/ 2393156 w 3232150"/>
              <a:gd name="connsiteY2" fmla="*/ 0 h 249576"/>
              <a:gd name="connsiteX3" fmla="*/ 3232150 w 3232150"/>
              <a:gd name="connsiteY3" fmla="*/ 0 h 249576"/>
              <a:gd name="connsiteX4" fmla="*/ 3232150 w 3232150"/>
              <a:gd name="connsiteY4" fmla="*/ 179556 h 249576"/>
              <a:gd name="connsiteX5" fmla="*/ 1682174 w 3232150"/>
              <a:gd name="connsiteY5" fmla="*/ 179556 h 249576"/>
              <a:gd name="connsiteX6" fmla="*/ 1616076 w 3232150"/>
              <a:gd name="connsiteY6" fmla="*/ 249576 h 249576"/>
              <a:gd name="connsiteX7" fmla="*/ 1549977 w 3232150"/>
              <a:gd name="connsiteY7" fmla="*/ 179556 h 249576"/>
              <a:gd name="connsiteX8" fmla="*/ 0 w 3232150"/>
              <a:gd name="connsiteY8" fmla="*/ 179556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2150" h="249576">
                <a:moveTo>
                  <a:pt x="0" y="0"/>
                </a:moveTo>
                <a:lnTo>
                  <a:pt x="838994" y="0"/>
                </a:lnTo>
                <a:lnTo>
                  <a:pt x="2393156" y="0"/>
                </a:lnTo>
                <a:lnTo>
                  <a:pt x="3232150" y="0"/>
                </a:lnTo>
                <a:lnTo>
                  <a:pt x="3232150" y="179556"/>
                </a:lnTo>
                <a:lnTo>
                  <a:pt x="1682174" y="179556"/>
                </a:lnTo>
                <a:lnTo>
                  <a:pt x="1616076" y="249576"/>
                </a:lnTo>
                <a:lnTo>
                  <a:pt x="1549977" y="179556"/>
                </a:lnTo>
                <a:lnTo>
                  <a:pt x="0" y="179556"/>
                </a:lnTo>
                <a:close/>
              </a:path>
            </a:pathLst>
          </a:custGeom>
          <a:solidFill>
            <a:schemeClr val="bg1">
              <a:lumMod val="75000"/>
            </a:schemeClr>
          </a:solidFill>
          <a:ln w="9525">
            <a:solidFill>
              <a:schemeClr val="bg1">
                <a:lumMod val="75000"/>
              </a:schemeClr>
            </a:solid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tx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52" name="Textplatzhalter 51"/>
          <p:cNvSpPr>
            <a:spLocks noGrp="1"/>
          </p:cNvSpPr>
          <p:nvPr>
            <p:ph type="body" sz="quarter" idx="26" hasCustomPrompt="1"/>
          </p:nvPr>
        </p:nvSpPr>
        <p:spPr bwMode="auto">
          <a:xfrm>
            <a:off x="1392761" y="3999265"/>
            <a:ext cx="10109201" cy="249576"/>
          </a:xfrm>
          <a:custGeom>
            <a:avLst/>
            <a:gdLst>
              <a:gd name="connsiteX0" fmla="*/ 0 w 7091363"/>
              <a:gd name="connsiteY0" fmla="*/ 0 h 249576"/>
              <a:gd name="connsiteX1" fmla="*/ 2768600 w 7091363"/>
              <a:gd name="connsiteY1" fmla="*/ 0 h 249576"/>
              <a:gd name="connsiteX2" fmla="*/ 4322762 w 7091363"/>
              <a:gd name="connsiteY2" fmla="*/ 0 h 249576"/>
              <a:gd name="connsiteX3" fmla="*/ 7091363 w 7091363"/>
              <a:gd name="connsiteY3" fmla="*/ 0 h 249576"/>
              <a:gd name="connsiteX4" fmla="*/ 7091363 w 7091363"/>
              <a:gd name="connsiteY4" fmla="*/ 179556 h 249576"/>
              <a:gd name="connsiteX5" fmla="*/ 3611780 w 7091363"/>
              <a:gd name="connsiteY5" fmla="*/ 179556 h 249576"/>
              <a:gd name="connsiteX6" fmla="*/ 3545682 w 7091363"/>
              <a:gd name="connsiteY6" fmla="*/ 249576 h 249576"/>
              <a:gd name="connsiteX7" fmla="*/ 3479583 w 7091363"/>
              <a:gd name="connsiteY7" fmla="*/ 179556 h 249576"/>
              <a:gd name="connsiteX8" fmla="*/ 0 w 7091363"/>
              <a:gd name="connsiteY8" fmla="*/ 179556 h 24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91363" h="249576">
                <a:moveTo>
                  <a:pt x="0" y="0"/>
                </a:moveTo>
                <a:lnTo>
                  <a:pt x="2768600" y="0"/>
                </a:lnTo>
                <a:lnTo>
                  <a:pt x="4322762" y="0"/>
                </a:lnTo>
                <a:lnTo>
                  <a:pt x="7091363" y="0"/>
                </a:lnTo>
                <a:lnTo>
                  <a:pt x="7091363" y="179556"/>
                </a:lnTo>
                <a:lnTo>
                  <a:pt x="3611780" y="179556"/>
                </a:lnTo>
                <a:lnTo>
                  <a:pt x="3545682" y="249576"/>
                </a:lnTo>
                <a:lnTo>
                  <a:pt x="3479583" y="179556"/>
                </a:lnTo>
                <a:lnTo>
                  <a:pt x="0" y="179556"/>
                </a:lnTo>
                <a:close/>
              </a:path>
            </a:pathLst>
          </a:custGeom>
          <a:solidFill>
            <a:schemeClr val="bg1">
              <a:lumMod val="75000"/>
            </a:schemeClr>
          </a:solidFill>
          <a:ln w="9525">
            <a:solidFill>
              <a:schemeClr val="bg1">
                <a:lumMod val="75000"/>
              </a:schemeClr>
            </a:solidFill>
            <a:miter lim="800000"/>
            <a:headEnd/>
            <a:tailEnd/>
          </a:ln>
        </p:spPr>
        <p:txBody>
          <a:bodyPr wrap="square">
            <a:noAutofit/>
          </a:bodyPr>
          <a:lstStyle>
            <a:lvl1pPr marL="0" marR="0" indent="0" algn="ctr" defTabSz="914400" rtl="0" eaLnBrk="0" fontAlgn="base" latinLnBrk="0" hangingPunct="0">
              <a:lnSpc>
                <a:spcPts val="900"/>
              </a:lnSpc>
              <a:spcBef>
                <a:spcPts val="0"/>
              </a:spcBef>
              <a:spcAft>
                <a:spcPts val="0"/>
              </a:spcAft>
              <a:buClrTx/>
              <a:buSzTx/>
              <a:buFontTx/>
              <a:buNone/>
              <a:tabLst/>
              <a:defRPr sz="1000">
                <a:solidFill>
                  <a:schemeClr val="tx1"/>
                </a:solidFill>
              </a:defRPr>
            </a:lvl1pPr>
          </a:lstStyle>
          <a:p>
            <a:pPr marL="0" marR="0" indent="0" algn="ctr" defTabSz="914400" rtl="0" eaLnBrk="0" fontAlgn="base" latinLnBrk="0" hangingPunct="0">
              <a:lnSpc>
                <a:spcPts val="900"/>
              </a:lnSpc>
              <a:spcBef>
                <a:spcPts val="0"/>
              </a:spcBef>
              <a:spcAft>
                <a:spcPts val="0"/>
              </a:spcAft>
              <a:buClrTx/>
              <a:buSzTx/>
              <a:buFontTx/>
              <a:buNone/>
              <a:tabLst/>
            </a:pPr>
            <a:r>
              <a:rPr kumimoji="0" lang="de-DE" sz="1000" b="0" i="0" u="none" strike="noStrike" cap="none" normalizeH="0" baseline="0">
                <a:ln>
                  <a:noFill/>
                </a:ln>
                <a:solidFill>
                  <a:schemeClr val="bg1"/>
                </a:solidFill>
                <a:effectLst/>
                <a:latin typeface="Tahoma" charset="0"/>
                <a:ea typeface="ＭＳ Ｐゴシック" charset="-128"/>
              </a:rPr>
              <a:t>Header</a:t>
            </a:r>
          </a:p>
        </p:txBody>
      </p:sp>
      <p:sp>
        <p:nvSpPr>
          <p:cNvPr id="53" name="Freihandform 78"/>
          <p:cNvSpPr txBox="1">
            <a:spLocks/>
          </p:cNvSpPr>
          <p:nvPr userDrawn="1"/>
        </p:nvSpPr>
        <p:spPr bwMode="auto">
          <a:xfrm>
            <a:off x="1380809" y="4585216"/>
            <a:ext cx="10112090" cy="179556"/>
          </a:xfrm>
          <a:custGeom>
            <a:avLst/>
            <a:gdLst>
              <a:gd name="connsiteX0" fmla="*/ 0 w 7091362"/>
              <a:gd name="connsiteY0" fmla="*/ 0 h 179556"/>
              <a:gd name="connsiteX1" fmla="*/ 7091362 w 7091362"/>
              <a:gd name="connsiteY1" fmla="*/ 0 h 179556"/>
              <a:gd name="connsiteX2" fmla="*/ 7091362 w 7091362"/>
              <a:gd name="connsiteY2" fmla="*/ 179556 h 179556"/>
              <a:gd name="connsiteX3" fmla="*/ 3605228 w 7091362"/>
              <a:gd name="connsiteY3" fmla="*/ 179556 h 179556"/>
              <a:gd name="connsiteX4" fmla="*/ 3538536 w 7091362"/>
              <a:gd name="connsiteY4" fmla="*/ 103854 h 179556"/>
              <a:gd name="connsiteX5" fmla="*/ 3471843 w 7091362"/>
              <a:gd name="connsiteY5" fmla="*/ 179556 h 179556"/>
              <a:gd name="connsiteX6" fmla="*/ 0 w 7091362"/>
              <a:gd name="connsiteY6" fmla="*/ 179556 h 179556"/>
              <a:gd name="connsiteX7" fmla="*/ 0 w 7091362"/>
              <a:gd name="connsiteY7" fmla="*/ 0 h 17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91362" h="179556">
                <a:moveTo>
                  <a:pt x="0" y="0"/>
                </a:moveTo>
                <a:lnTo>
                  <a:pt x="7091362" y="0"/>
                </a:lnTo>
                <a:lnTo>
                  <a:pt x="7091362" y="179556"/>
                </a:lnTo>
                <a:lnTo>
                  <a:pt x="3605228" y="179556"/>
                </a:lnTo>
                <a:lnTo>
                  <a:pt x="3538536" y="103854"/>
                </a:lnTo>
                <a:lnTo>
                  <a:pt x="3471843" y="179556"/>
                </a:lnTo>
                <a:lnTo>
                  <a:pt x="0" y="179556"/>
                </a:lnTo>
                <a:lnTo>
                  <a:pt x="0" y="0"/>
                </a:lnTo>
                <a:close/>
              </a:path>
            </a:pathLst>
          </a:custGeom>
          <a:solidFill>
            <a:schemeClr val="bg1">
              <a:lumMod val="75000"/>
            </a:schemeClr>
          </a:solidFill>
          <a:ln w="9525">
            <a:solidFill>
              <a:schemeClr val="bg1">
                <a:lumMod val="75000"/>
              </a:schemeClr>
            </a:solidFill>
            <a:miter lim="800000"/>
            <a:headEnd/>
            <a:tailEnd/>
          </a:ln>
        </p:spPr>
        <p:txBody>
          <a:bodyPr vert="horz" wrap="square" lIns="91440" tIns="45720" rIns="91440" bIns="45720" numCol="1" anchor="t" anchorCtr="0" compatLnSpc="1">
            <a:prstTxWarp prst="textNoShape">
              <a:avLst/>
            </a:prstTxWarp>
            <a:noAutofit/>
          </a:bodyPr>
          <a:lstStyle>
            <a:lvl1pPr marL="0" marR="0" indent="0" algn="ctr" defTabSz="914400" rtl="0" eaLnBrk="0" fontAlgn="base" latinLnBrk="0" hangingPunct="0">
              <a:lnSpc>
                <a:spcPts val="900"/>
              </a:lnSpc>
              <a:spcBef>
                <a:spcPts val="0"/>
              </a:spcBef>
              <a:spcAft>
                <a:spcPts val="0"/>
              </a:spcAft>
              <a:buClrTx/>
              <a:buSzTx/>
              <a:buFontTx/>
              <a:buNone/>
              <a:tabLst/>
              <a:defRPr sz="1800" baseline="0">
                <a:solidFill>
                  <a:schemeClr val="tx1"/>
                </a:solidFill>
                <a:latin typeface="+mn-lt"/>
                <a:ea typeface="+mn-ea"/>
                <a:cs typeface="+mn-cs"/>
              </a:defRPr>
            </a:lvl1pPr>
            <a:lvl2pPr marL="808038" indent="-285750"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2pPr>
            <a:lvl3pPr marL="1257300" indent="-258763"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3pPr>
            <a:lvl4pPr marL="1704975" indent="-287338"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4pPr>
            <a:lvl5pPr marL="2152650" indent="-315913" algn="l" rtl="0" eaLnBrk="1" fontAlgn="base" hangingPunct="1">
              <a:lnSpc>
                <a:spcPts val="2400"/>
              </a:lnSpc>
              <a:spcBef>
                <a:spcPct val="20000"/>
              </a:spcBef>
              <a:spcAft>
                <a:spcPct val="0"/>
              </a:spcAft>
              <a:buClr>
                <a:schemeClr val="tx2"/>
              </a:buClr>
              <a:buFont typeface="Arial" panose="020B0604020202020204" pitchFamily="34" charset="0"/>
              <a:buChar char="•"/>
              <a:defRPr>
                <a:solidFill>
                  <a:schemeClr val="tx1"/>
                </a:solidFill>
                <a:latin typeface="+mn-lt"/>
                <a:ea typeface="+mn-ea"/>
              </a:defRPr>
            </a:lvl5pPr>
            <a:lvl6pPr marL="25225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6pPr>
            <a:lvl7pPr marL="29797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7pPr>
            <a:lvl8pPr marL="34369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8pPr>
            <a:lvl9pPr marL="3894138" indent="-228600" algn="l" rtl="0" eaLnBrk="1" fontAlgn="base" hangingPunct="1">
              <a:lnSpc>
                <a:spcPts val="2400"/>
              </a:lnSpc>
              <a:spcBef>
                <a:spcPct val="20000"/>
              </a:spcBef>
              <a:spcAft>
                <a:spcPct val="0"/>
              </a:spcAft>
              <a:buClr>
                <a:srgbClr val="CE1126"/>
              </a:buClr>
              <a:buFont typeface="Times" charset="0"/>
              <a:buChar char="•"/>
              <a:defRPr>
                <a:solidFill>
                  <a:schemeClr val="tx1"/>
                </a:solidFill>
                <a:latin typeface="+mn-lt"/>
                <a:ea typeface="+mn-ea"/>
              </a:defRPr>
            </a:lvl9pPr>
          </a:lstStyle>
          <a:p>
            <a:r>
              <a:rPr lang="de-DE" sz="1000" kern="0">
                <a:solidFill>
                  <a:schemeClr val="bg1"/>
                </a:solidFill>
                <a:latin typeface="Tahoma" charset="0"/>
                <a:ea typeface="ＭＳ Ｐゴシック" charset="-128"/>
              </a:rPr>
              <a:t> </a:t>
            </a:r>
          </a:p>
        </p:txBody>
      </p:sp>
      <p:sp>
        <p:nvSpPr>
          <p:cNvPr id="16" name="Fußzeilenplatzhalter 4"/>
          <p:cNvSpPr>
            <a:spLocks noGrp="1"/>
          </p:cNvSpPr>
          <p:nvPr>
            <p:ph type="ftr" sz="quarter" idx="3"/>
          </p:nvPr>
        </p:nvSpPr>
        <p:spPr>
          <a:xfrm>
            <a:off x="422639" y="6446837"/>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21465949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ayout FB Technik - Tabellenvorlage 2">
    <p:spTree>
      <p:nvGrpSpPr>
        <p:cNvPr id="1" name=""/>
        <p:cNvGrpSpPr/>
        <p:nvPr/>
      </p:nvGrpSpPr>
      <p:grpSpPr>
        <a:xfrm>
          <a:off x="0" y="0"/>
          <a:ext cx="0" cy="0"/>
          <a:chOff x="0" y="0"/>
          <a:chExt cx="0" cy="0"/>
        </a:xfrm>
      </p:grpSpPr>
      <p:sp>
        <p:nvSpPr>
          <p:cNvPr id="2" name="Titel 1"/>
          <p:cNvSpPr>
            <a:spLocks noGrp="1"/>
          </p:cNvSpPr>
          <p:nvPr userDrawn="1">
            <p:ph type="title" hasCustomPrompt="1"/>
          </p:nvPr>
        </p:nvSpPr>
        <p:spPr/>
        <p:txBody>
          <a:bodyPr/>
          <a:lstStyle/>
          <a:p>
            <a:r>
              <a:rPr lang="de-DE"/>
              <a:t>Titelmasterformat durch Klicken bearbeiten</a:t>
            </a:r>
          </a:p>
        </p:txBody>
      </p:sp>
      <p:sp>
        <p:nvSpPr>
          <p:cNvPr id="3" name="Datumsplatzhalter 2"/>
          <p:cNvSpPr>
            <a:spLocks noGrp="1"/>
          </p:cNvSpPr>
          <p:nvPr userDrawn="1">
            <p:ph type="dt" sz="half" idx="10"/>
          </p:nvPr>
        </p:nvSpPr>
        <p:spPr/>
        <p:txBody>
          <a:bodyPr/>
          <a:lstStyle/>
          <a:p>
            <a:r>
              <a:rPr lang="de-DE"/>
              <a:t>21.02.2014</a:t>
            </a:r>
          </a:p>
        </p:txBody>
      </p:sp>
      <p:sp>
        <p:nvSpPr>
          <p:cNvPr id="5" name="Foliennummernplatzhalter 4"/>
          <p:cNvSpPr>
            <a:spLocks noGrp="1"/>
          </p:cNvSpPr>
          <p:nvPr userDrawn="1">
            <p:ph type="sldNum" sz="quarter" idx="12"/>
          </p:nvPr>
        </p:nvSpPr>
        <p:spPr/>
        <p:txBody>
          <a:bodyPr/>
          <a:lstStyle/>
          <a:p>
            <a:fld id="{C1946DF4-7EEC-4F10-B409-6215E5DCE4BE}" type="slidenum">
              <a:rPr lang="de-DE" smtClean="0"/>
              <a:pPr/>
              <a:t>‹#›</a:t>
            </a:fld>
            <a:r>
              <a:rPr lang="de-DE"/>
              <a:t> </a:t>
            </a:r>
          </a:p>
        </p:txBody>
      </p:sp>
      <p:sp>
        <p:nvSpPr>
          <p:cNvPr id="35" name="Textplatzhalter 6"/>
          <p:cNvSpPr>
            <a:spLocks noGrp="1"/>
          </p:cNvSpPr>
          <p:nvPr>
            <p:ph type="body" sz="quarter" idx="28" hasCustomPrompt="1"/>
          </p:nvPr>
        </p:nvSpPr>
        <p:spPr>
          <a:xfrm>
            <a:off x="3983173" y="3729962"/>
            <a:ext cx="7497273" cy="408781"/>
          </a:xfrm>
          <a:solidFill>
            <a:schemeClr val="accent1">
              <a:lumMod val="20000"/>
              <a:lumOff val="80000"/>
            </a:schemeClr>
          </a:solidFill>
        </p:spPr>
        <p:txBody>
          <a:bodyPr anchor="t"/>
          <a:lstStyle>
            <a:lvl1pPr marL="108000" indent="0" rtl="0">
              <a:lnSpc>
                <a:spcPct val="100000"/>
              </a:lnSpc>
              <a:buNone/>
              <a:defRPr sz="1000" b="0">
                <a:solidFill>
                  <a:schemeClr val="tx1"/>
                </a:solidFill>
              </a:defRPr>
            </a:lvl1pPr>
          </a:lstStyle>
          <a:p>
            <a:pPr marL="108000" rtl="0"/>
            <a:r>
              <a:rPr lang="de-DE" sz="1000" b="0" i="0" u="none" strike="noStrike" kern="1200" baseline="0" err="1">
                <a:solidFill>
                  <a:schemeClr val="tx1"/>
                </a:solidFill>
                <a:latin typeface="Tahoma" charset="0"/>
                <a:ea typeface="ＭＳ Ｐゴシック" charset="-128"/>
                <a:cs typeface="+mn-cs"/>
              </a:rPr>
              <a:t>Aenean</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lacinia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bibendum</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nulla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sed</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consectetur</a:t>
            </a:r>
            <a:r>
              <a:rPr lang="de-DE" sz="1000" b="0" i="0" u="none" strike="noStrike" kern="1200" baseline="0">
                <a:solidFill>
                  <a:schemeClr val="tx1"/>
                </a:solidFill>
                <a:latin typeface="Tahoma" charset="0"/>
                <a:ea typeface="ＭＳ Ｐゴシック" charset="-128"/>
                <a:cs typeface="+mn-cs"/>
              </a:rPr>
              <a:t>. Maecenas </a:t>
            </a:r>
            <a:r>
              <a:rPr lang="de-DE" sz="1000" b="0" i="0" u="none" strike="noStrike" kern="1200" baseline="0" err="1">
                <a:solidFill>
                  <a:schemeClr val="tx1"/>
                </a:solidFill>
                <a:latin typeface="Tahoma" charset="0"/>
                <a:ea typeface="ＭＳ Ｐゴシック" charset="-128"/>
                <a:cs typeface="+mn-cs"/>
              </a:rPr>
              <a:t>sed</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diam</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eget</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risus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varius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blandit</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sit</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amet</a:t>
            </a:r>
            <a:r>
              <a:rPr lang="de-DE" sz="1000" b="0" i="0" u="none" strike="noStrike" kern="1200" baseline="0">
                <a:solidFill>
                  <a:schemeClr val="tx1"/>
                </a:solidFill>
                <a:latin typeface="Tahoma" charset="0"/>
                <a:ea typeface="ＭＳ Ｐゴシック" charset="-128"/>
                <a:cs typeface="+mn-cs"/>
              </a:rPr>
              <a:t> non magna</a:t>
            </a:r>
          </a:p>
        </p:txBody>
      </p:sp>
      <p:sp>
        <p:nvSpPr>
          <p:cNvPr id="40" name="Textplatzhalter 6"/>
          <p:cNvSpPr>
            <a:spLocks noGrp="1"/>
          </p:cNvSpPr>
          <p:nvPr>
            <p:ph type="body" sz="quarter" idx="24" hasCustomPrompt="1"/>
          </p:nvPr>
        </p:nvSpPr>
        <p:spPr>
          <a:xfrm>
            <a:off x="4078951" y="2028431"/>
            <a:ext cx="7401495" cy="408781"/>
          </a:xfrm>
          <a:solidFill>
            <a:schemeClr val="bg1"/>
          </a:solidFill>
        </p:spPr>
        <p:txBody>
          <a:bodyPr anchor="t"/>
          <a:lstStyle>
            <a:lvl1pPr marL="0" indent="0" rtl="0">
              <a:lnSpc>
                <a:spcPct val="100000"/>
              </a:lnSpc>
              <a:buNone/>
              <a:defRPr sz="1000" b="0">
                <a:solidFill>
                  <a:schemeClr val="tx1"/>
                </a:solidFill>
              </a:defRPr>
            </a:lvl1pPr>
          </a:lstStyle>
          <a:p>
            <a:pPr rtl="0"/>
            <a:r>
              <a:rPr lang="de-DE" sz="1000" b="0" i="0" u="none" strike="noStrike" kern="1200" baseline="0" err="1">
                <a:solidFill>
                  <a:schemeClr val="tx1"/>
                </a:solidFill>
                <a:latin typeface="Tahoma" charset="0"/>
                <a:ea typeface="ＭＳ Ｐゴシック" charset="-128"/>
                <a:cs typeface="+mn-cs"/>
              </a:rPr>
              <a:t>Nulla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vitae</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elit</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libero</a:t>
            </a:r>
            <a:r>
              <a:rPr lang="de-DE" sz="1000" b="0" i="0" u="none" strike="noStrike" kern="1200" baseline="0">
                <a:solidFill>
                  <a:schemeClr val="tx1"/>
                </a:solidFill>
                <a:latin typeface="Tahoma" charset="0"/>
                <a:ea typeface="ＭＳ Ｐゴシック" charset="-128"/>
                <a:cs typeface="+mn-cs"/>
              </a:rPr>
              <a:t>, a </a:t>
            </a:r>
            <a:r>
              <a:rPr lang="de-DE" sz="1000" b="0" i="0" u="none" strike="noStrike" kern="1200" baseline="0" err="1">
                <a:solidFill>
                  <a:schemeClr val="tx1"/>
                </a:solidFill>
                <a:latin typeface="Tahoma" charset="0"/>
                <a:ea typeface="ＭＳ Ｐゴシック" charset="-128"/>
                <a:cs typeface="+mn-cs"/>
              </a:rPr>
              <a:t>pharetra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augue</a:t>
            </a:r>
            <a:endParaRPr lang="de-DE" sz="1000" b="0" i="0" u="none" strike="noStrike" kern="1200" baseline="0">
              <a:solidFill>
                <a:schemeClr val="tx1"/>
              </a:solidFill>
              <a:latin typeface="Tahoma" charset="0"/>
              <a:ea typeface="ＭＳ Ｐゴシック" charset="-128"/>
              <a:cs typeface="+mn-cs"/>
            </a:endParaRPr>
          </a:p>
        </p:txBody>
      </p:sp>
      <p:sp>
        <p:nvSpPr>
          <p:cNvPr id="41" name="Textplatzhalter 6"/>
          <p:cNvSpPr>
            <a:spLocks noGrp="1"/>
          </p:cNvSpPr>
          <p:nvPr>
            <p:ph type="body" sz="quarter" idx="25" hasCustomPrompt="1"/>
          </p:nvPr>
        </p:nvSpPr>
        <p:spPr>
          <a:xfrm>
            <a:off x="4078951" y="2454677"/>
            <a:ext cx="7401495" cy="408781"/>
          </a:xfrm>
          <a:solidFill>
            <a:schemeClr val="bg1"/>
          </a:solidFill>
        </p:spPr>
        <p:txBody>
          <a:bodyPr anchor="t"/>
          <a:lstStyle>
            <a:lvl1pPr marL="0" indent="0" rtl="0">
              <a:lnSpc>
                <a:spcPct val="100000"/>
              </a:lnSpc>
              <a:buNone/>
              <a:defRPr sz="1000" b="0">
                <a:solidFill>
                  <a:schemeClr val="tx1"/>
                </a:solidFill>
              </a:defRPr>
            </a:lvl1pPr>
          </a:lstStyle>
          <a:p>
            <a:pPr rtl="0"/>
            <a:r>
              <a:rPr lang="de-DE" sz="1000" b="0" i="0" u="none" strike="noStrike" kern="1200" baseline="0" err="1">
                <a:solidFill>
                  <a:schemeClr val="tx1"/>
                </a:solidFill>
                <a:latin typeface="Tahoma" charset="0"/>
                <a:ea typeface="ＭＳ Ｐゴシック" charset="-128"/>
                <a:cs typeface="+mn-cs"/>
              </a:rPr>
              <a:t>Nullam</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quis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risus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eget</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urna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mollis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ornare</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vel</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eu</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leo</a:t>
            </a:r>
            <a:r>
              <a:rPr lang="de-DE" sz="1000" b="0" i="0" u="none" strike="noStrike" kern="1200" baseline="0">
                <a:solidFill>
                  <a:schemeClr val="tx1"/>
                </a:solidFill>
                <a:latin typeface="Tahoma" charset="0"/>
                <a:ea typeface="ＭＳ Ｐゴシック" charset="-128"/>
                <a:cs typeface="+mn-cs"/>
              </a:rPr>
              <a:t>. Morbi </a:t>
            </a:r>
            <a:r>
              <a:rPr lang="de-DE" sz="1000" b="0" i="0" u="none" strike="noStrike" kern="1200" baseline="0" err="1">
                <a:solidFill>
                  <a:schemeClr val="tx1"/>
                </a:solidFill>
                <a:latin typeface="Tahoma" charset="0"/>
                <a:ea typeface="ＭＳ Ｐゴシック" charset="-128"/>
                <a:cs typeface="+mn-cs"/>
              </a:rPr>
              <a:t>leo</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risus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porta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ac</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consectetur</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ac</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vestibulum</a:t>
            </a:r>
            <a:r>
              <a:rPr lang="de-DE" sz="1000" b="0" i="0" u="none" strike="noStrike" kern="1200" baseline="0">
                <a:solidFill>
                  <a:schemeClr val="tx1"/>
                </a:solidFill>
                <a:latin typeface="Tahoma" charset="0"/>
                <a:ea typeface="ＭＳ Ｐゴシック" charset="-128"/>
                <a:cs typeface="+mn-cs"/>
              </a:rPr>
              <a:t> at </a:t>
            </a:r>
            <a:r>
              <a:rPr lang="de-DE" sz="1000" b="0" i="0" u="none" strike="noStrike" kern="1200" baseline="0" err="1">
                <a:solidFill>
                  <a:schemeClr val="tx1"/>
                </a:solidFill>
                <a:latin typeface="Tahoma" charset="0"/>
                <a:ea typeface="ＭＳ Ｐゴシック" charset="-128"/>
                <a:cs typeface="+mn-cs"/>
              </a:rPr>
              <a:t>eros</a:t>
            </a:r>
            <a:endParaRPr lang="de-DE" sz="1000" b="0" i="0" u="none" strike="noStrike" kern="1200" baseline="0">
              <a:solidFill>
                <a:schemeClr val="tx1"/>
              </a:solidFill>
              <a:latin typeface="Tahoma" charset="0"/>
              <a:ea typeface="ＭＳ Ｐゴシック" charset="-128"/>
              <a:cs typeface="+mn-cs"/>
            </a:endParaRPr>
          </a:p>
        </p:txBody>
      </p:sp>
      <p:sp>
        <p:nvSpPr>
          <p:cNvPr id="42" name="Textplatzhalter 6"/>
          <p:cNvSpPr>
            <a:spLocks noGrp="1"/>
          </p:cNvSpPr>
          <p:nvPr>
            <p:ph type="body" sz="quarter" idx="26" hasCustomPrompt="1"/>
          </p:nvPr>
        </p:nvSpPr>
        <p:spPr>
          <a:xfrm>
            <a:off x="4078951" y="2880259"/>
            <a:ext cx="7401495" cy="408781"/>
          </a:xfrm>
          <a:solidFill>
            <a:schemeClr val="bg1"/>
          </a:solidFill>
        </p:spPr>
        <p:txBody>
          <a:bodyPr anchor="t"/>
          <a:lstStyle>
            <a:lvl1pPr marL="0" indent="0" rtl="0">
              <a:lnSpc>
                <a:spcPct val="100000"/>
              </a:lnSpc>
              <a:buNone/>
              <a:defRPr sz="1000" b="0">
                <a:solidFill>
                  <a:schemeClr val="tx1"/>
                </a:solidFill>
              </a:defRPr>
            </a:lvl1pPr>
          </a:lstStyle>
          <a:p>
            <a:pPr rtl="0"/>
            <a:r>
              <a:rPr lang="de-DE" sz="1000" b="0" i="0" u="none" strike="noStrike" kern="1200" baseline="0">
                <a:solidFill>
                  <a:schemeClr val="tx1"/>
                </a:solidFill>
                <a:latin typeface="Tahoma" charset="0"/>
                <a:ea typeface="ＭＳ Ｐゴシック" charset="-128"/>
                <a:cs typeface="+mn-cs"/>
              </a:rPr>
              <a:t>Vestibulum </a:t>
            </a:r>
            <a:r>
              <a:rPr lang="de-DE" sz="1000" b="0" i="0" u="none" strike="noStrike" kern="1200" baseline="0" err="1">
                <a:solidFill>
                  <a:schemeClr val="tx1"/>
                </a:solidFill>
                <a:latin typeface="Tahoma" charset="0"/>
                <a:ea typeface="ＭＳ Ｐゴシック" charset="-128"/>
                <a:cs typeface="+mn-cs"/>
              </a:rPr>
              <a:t>id</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ligula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porta</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felis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euismod</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semper</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Fusce</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dapibus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tellus</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ac</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cursus</a:t>
            </a:r>
            <a:r>
              <a:rPr lang="de-DE" sz="1000" b="0" i="0" u="none" strike="noStrike" kern="1200" baseline="0">
                <a:solidFill>
                  <a:schemeClr val="tx1"/>
                </a:solidFill>
                <a:latin typeface="Tahoma" charset="0"/>
                <a:ea typeface="ＭＳ Ｐゴシック" charset="-128"/>
                <a:cs typeface="+mn-cs"/>
              </a:rPr>
              <a:t> commodo</a:t>
            </a:r>
          </a:p>
        </p:txBody>
      </p:sp>
      <p:sp>
        <p:nvSpPr>
          <p:cNvPr id="43" name="Textplatzhalter 6"/>
          <p:cNvSpPr>
            <a:spLocks noGrp="1"/>
          </p:cNvSpPr>
          <p:nvPr>
            <p:ph type="body" sz="quarter" idx="27" hasCustomPrompt="1"/>
          </p:nvPr>
        </p:nvSpPr>
        <p:spPr>
          <a:xfrm>
            <a:off x="4078951" y="3305518"/>
            <a:ext cx="7401494" cy="408781"/>
          </a:xfrm>
          <a:solidFill>
            <a:schemeClr val="bg1"/>
          </a:solidFill>
        </p:spPr>
        <p:txBody>
          <a:bodyPr anchor="t"/>
          <a:lstStyle>
            <a:lvl1pPr marL="0" indent="0" rtl="0">
              <a:lnSpc>
                <a:spcPct val="100000"/>
              </a:lnSpc>
              <a:buNone/>
              <a:defRPr sz="1000" b="0">
                <a:solidFill>
                  <a:schemeClr val="tx1"/>
                </a:solidFill>
              </a:defRPr>
            </a:lvl1pPr>
          </a:lstStyle>
          <a:p>
            <a:pPr marL="0" rtl="0"/>
            <a:r>
              <a:rPr lang="de-DE" sz="1000" b="0" i="0" u="none" strike="noStrike" kern="1200" baseline="0" err="1">
                <a:solidFill>
                  <a:schemeClr val="tx1"/>
                </a:solidFill>
                <a:latin typeface="Tahoma" charset="0"/>
                <a:ea typeface="ＭＳ Ｐゴシック" charset="-128"/>
                <a:cs typeface="+mn-cs"/>
              </a:rPr>
              <a:t>Lorem</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ipsum</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dolor</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sit</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amet</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consectetur</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adipiscing</a:t>
            </a:r>
            <a:r>
              <a:rPr lang="de-DE" sz="1000" b="0" i="0" u="none" strike="noStrike" kern="1200" baseline="0">
                <a:solidFill>
                  <a:schemeClr val="tx1"/>
                </a:solidFill>
                <a:latin typeface="Tahoma" charset="0"/>
                <a:ea typeface="ＭＳ Ｐゴシック" charset="-128"/>
                <a:cs typeface="+mn-cs"/>
              </a:rPr>
              <a:t> </a:t>
            </a:r>
            <a:r>
              <a:rPr lang="de-DE" sz="1000" b="0" i="0" u="none" strike="noStrike" kern="1200" baseline="0" err="1">
                <a:solidFill>
                  <a:schemeClr val="tx1"/>
                </a:solidFill>
                <a:latin typeface="Tahoma" charset="0"/>
                <a:ea typeface="ＭＳ Ｐゴシック" charset="-128"/>
                <a:cs typeface="+mn-cs"/>
              </a:rPr>
              <a:t>elit</a:t>
            </a:r>
            <a:endParaRPr lang="de-DE" sz="1000" b="0" i="0" u="none" strike="noStrike" kern="1200" baseline="0">
              <a:solidFill>
                <a:schemeClr val="tx1"/>
              </a:solidFill>
              <a:latin typeface="Tahoma" charset="0"/>
              <a:ea typeface="ＭＳ Ｐゴシック" charset="-128"/>
              <a:cs typeface="+mn-cs"/>
            </a:endParaRPr>
          </a:p>
        </p:txBody>
      </p:sp>
      <p:sp>
        <p:nvSpPr>
          <p:cNvPr id="44" name="Textplatzhalter 43"/>
          <p:cNvSpPr>
            <a:spLocks noGrp="1"/>
          </p:cNvSpPr>
          <p:nvPr>
            <p:ph type="body" sz="quarter" idx="18" hasCustomPrompt="1"/>
          </p:nvPr>
        </p:nvSpPr>
        <p:spPr bwMode="auto">
          <a:xfrm>
            <a:off x="1381352" y="2870335"/>
            <a:ext cx="2689792" cy="408781"/>
          </a:xfrm>
          <a:custGeom>
            <a:avLst/>
            <a:gdLst>
              <a:gd name="connsiteX0" fmla="*/ 0 w 2036762"/>
              <a:gd name="connsiteY0" fmla="*/ 0 h 408781"/>
              <a:gd name="connsiteX1" fmla="*/ 1962150 w 2036762"/>
              <a:gd name="connsiteY1" fmla="*/ 0 h 408781"/>
              <a:gd name="connsiteX2" fmla="*/ 1962150 w 2036762"/>
              <a:gd name="connsiteY2" fmla="*/ 120387 h 408781"/>
              <a:gd name="connsiteX3" fmla="*/ 1962150 w 2036762"/>
              <a:gd name="connsiteY3" fmla="*/ 141629 h 408781"/>
              <a:gd name="connsiteX4" fmla="*/ 2036762 w 2036762"/>
              <a:gd name="connsiteY4" fmla="*/ 204390 h 408781"/>
              <a:gd name="connsiteX5" fmla="*/ 1962150 w 2036762"/>
              <a:gd name="connsiteY5" fmla="*/ 267151 h 408781"/>
              <a:gd name="connsiteX6" fmla="*/ 1962150 w 2036762"/>
              <a:gd name="connsiteY6" fmla="*/ 301362 h 408781"/>
              <a:gd name="connsiteX7" fmla="*/ 1962150 w 2036762"/>
              <a:gd name="connsiteY7" fmla="*/ 408781 h 408781"/>
              <a:gd name="connsiteX8" fmla="*/ 0 w 2036762"/>
              <a:gd name="connsiteY8" fmla="*/ 408781 h 40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6762" h="408781">
                <a:moveTo>
                  <a:pt x="0" y="0"/>
                </a:moveTo>
                <a:lnTo>
                  <a:pt x="1962150" y="0"/>
                </a:lnTo>
                <a:lnTo>
                  <a:pt x="1962150" y="120387"/>
                </a:lnTo>
                <a:lnTo>
                  <a:pt x="1962150" y="141629"/>
                </a:lnTo>
                <a:lnTo>
                  <a:pt x="2036762" y="204390"/>
                </a:lnTo>
                <a:lnTo>
                  <a:pt x="1962150" y="267151"/>
                </a:lnTo>
                <a:lnTo>
                  <a:pt x="1962150" y="301362"/>
                </a:lnTo>
                <a:lnTo>
                  <a:pt x="1962150" y="408781"/>
                </a:lnTo>
                <a:lnTo>
                  <a:pt x="0" y="408781"/>
                </a:lnTo>
                <a:close/>
              </a:path>
            </a:pathLst>
          </a:custGeom>
          <a:solidFill>
            <a:schemeClr val="accent1">
              <a:lumMod val="20000"/>
              <a:lumOff val="80000"/>
            </a:schemeClr>
          </a:solidFill>
          <a:ln w="9525">
            <a:noFill/>
            <a:miter lim="800000"/>
            <a:headEnd/>
            <a:tailEnd/>
          </a:ln>
        </p:spPr>
        <p:txBody>
          <a:bodyPr wrap="square" anchor="t">
            <a:noAutofit/>
          </a:bodyPr>
          <a:lstStyle>
            <a:lvl1pPr marL="0" indent="0">
              <a:lnSpc>
                <a:spcPct val="100000"/>
              </a:lnSpc>
              <a:spcBef>
                <a:spcPts val="0"/>
              </a:spcBef>
              <a:buNone/>
              <a:defRPr sz="1000" b="0" baseline="0">
                <a:solidFill>
                  <a:schemeClr val="tx1"/>
                </a:solidFill>
              </a:defRPr>
            </a:lvl1pPr>
          </a:lstStyle>
          <a:p>
            <a:pPr lvl="0"/>
            <a:r>
              <a:rPr lang="de-DE"/>
              <a:t>Medizininformatik (B. Sc.)</a:t>
            </a:r>
          </a:p>
        </p:txBody>
      </p:sp>
      <p:sp>
        <p:nvSpPr>
          <p:cNvPr id="45" name="SmartArt-Platzhalter 44"/>
          <p:cNvSpPr>
            <a:spLocks noGrp="1"/>
          </p:cNvSpPr>
          <p:nvPr>
            <p:ph type="dgm" sz="quarter" idx="14" hasCustomPrompt="1"/>
          </p:nvPr>
        </p:nvSpPr>
        <p:spPr bwMode="auto">
          <a:xfrm>
            <a:off x="1387702" y="2433374"/>
            <a:ext cx="2592000" cy="8467"/>
          </a:xfrm>
          <a:custGeom>
            <a:avLst/>
            <a:gdLst>
              <a:gd name="connsiteX0" fmla="*/ 0 w 1944000"/>
              <a:gd name="connsiteY0" fmla="*/ 0 h 8467"/>
              <a:gd name="connsiteX1" fmla="*/ 1944000 w 1944000"/>
              <a:gd name="connsiteY1" fmla="*/ 0 h 8467"/>
              <a:gd name="connsiteX2" fmla="*/ 1944000 w 1944000"/>
              <a:gd name="connsiteY2" fmla="*/ 8467 h 8467"/>
              <a:gd name="connsiteX3" fmla="*/ 0 w 1944000"/>
              <a:gd name="connsiteY3" fmla="*/ 8467 h 8467"/>
            </a:gdLst>
            <a:ahLst/>
            <a:cxnLst>
              <a:cxn ang="0">
                <a:pos x="connsiteX0" y="connsiteY0"/>
              </a:cxn>
              <a:cxn ang="0">
                <a:pos x="connsiteX1" y="connsiteY1"/>
              </a:cxn>
              <a:cxn ang="0">
                <a:pos x="connsiteX2" y="connsiteY2"/>
              </a:cxn>
              <a:cxn ang="0">
                <a:pos x="connsiteX3" y="connsiteY3"/>
              </a:cxn>
            </a:cxnLst>
            <a:rect l="l" t="t" r="r" b="b"/>
            <a:pathLst>
              <a:path w="1944000" h="8467">
                <a:moveTo>
                  <a:pt x="0" y="0"/>
                </a:moveTo>
                <a:lnTo>
                  <a:pt x="1944000" y="0"/>
                </a:lnTo>
                <a:lnTo>
                  <a:pt x="1944000" y="8467"/>
                </a:lnTo>
                <a:lnTo>
                  <a:pt x="0" y="8467"/>
                </a:lnTo>
                <a:close/>
              </a:path>
            </a:pathLst>
          </a:custGeom>
          <a:noFill/>
          <a:ln w="9525">
            <a:solidFill>
              <a:schemeClr val="tx1">
                <a:alpha val="95000"/>
              </a:schemeClr>
            </a:solidFill>
            <a:miter lim="800000"/>
            <a:headEnd/>
            <a:tailEnd/>
          </a:ln>
        </p:spPr>
        <p:txBody>
          <a:bodyPr wrap="square">
            <a:noAutofit/>
          </a:bodyPr>
          <a:lstStyle>
            <a:lvl1pPr marL="0" indent="0">
              <a:buNone/>
              <a:defRPr/>
            </a:lvl1pPr>
          </a:lstStyle>
          <a:p>
            <a:r>
              <a:rPr lang="de-DE"/>
              <a:t> </a:t>
            </a:r>
          </a:p>
        </p:txBody>
      </p:sp>
      <p:sp>
        <p:nvSpPr>
          <p:cNvPr id="46" name="SmartArt-Platzhalter 45"/>
          <p:cNvSpPr>
            <a:spLocks noGrp="1"/>
          </p:cNvSpPr>
          <p:nvPr>
            <p:ph type="dgm" sz="quarter" idx="19" hasCustomPrompt="1"/>
          </p:nvPr>
        </p:nvSpPr>
        <p:spPr bwMode="auto">
          <a:xfrm>
            <a:off x="1384527" y="2850790"/>
            <a:ext cx="2592000" cy="8467"/>
          </a:xfrm>
          <a:custGeom>
            <a:avLst/>
            <a:gdLst>
              <a:gd name="connsiteX0" fmla="*/ 0 w 1944000"/>
              <a:gd name="connsiteY0" fmla="*/ 0 h 8467"/>
              <a:gd name="connsiteX1" fmla="*/ 1944000 w 1944000"/>
              <a:gd name="connsiteY1" fmla="*/ 0 h 8467"/>
              <a:gd name="connsiteX2" fmla="*/ 1944000 w 1944000"/>
              <a:gd name="connsiteY2" fmla="*/ 8467 h 8467"/>
              <a:gd name="connsiteX3" fmla="*/ 0 w 1944000"/>
              <a:gd name="connsiteY3" fmla="*/ 8467 h 8467"/>
            </a:gdLst>
            <a:ahLst/>
            <a:cxnLst>
              <a:cxn ang="0">
                <a:pos x="connsiteX0" y="connsiteY0"/>
              </a:cxn>
              <a:cxn ang="0">
                <a:pos x="connsiteX1" y="connsiteY1"/>
              </a:cxn>
              <a:cxn ang="0">
                <a:pos x="connsiteX2" y="connsiteY2"/>
              </a:cxn>
              <a:cxn ang="0">
                <a:pos x="connsiteX3" y="connsiteY3"/>
              </a:cxn>
            </a:cxnLst>
            <a:rect l="l" t="t" r="r" b="b"/>
            <a:pathLst>
              <a:path w="1944000" h="8467">
                <a:moveTo>
                  <a:pt x="0" y="0"/>
                </a:moveTo>
                <a:lnTo>
                  <a:pt x="1944000" y="0"/>
                </a:lnTo>
                <a:lnTo>
                  <a:pt x="1944000" y="8467"/>
                </a:lnTo>
                <a:lnTo>
                  <a:pt x="0" y="8467"/>
                </a:lnTo>
                <a:close/>
              </a:path>
            </a:pathLst>
          </a:custGeom>
          <a:noFill/>
          <a:ln w="9525">
            <a:solidFill>
              <a:schemeClr val="tx1">
                <a:alpha val="95000"/>
              </a:schemeClr>
            </a:solidFill>
            <a:miter lim="800000"/>
            <a:headEnd/>
            <a:tailEnd/>
          </a:ln>
        </p:spPr>
        <p:txBody>
          <a:bodyPr wrap="square">
            <a:noAutofit/>
          </a:bodyPr>
          <a:lstStyle>
            <a:lvl1pPr marL="0" indent="0">
              <a:buNone/>
              <a:defRPr/>
            </a:lvl1pPr>
          </a:lstStyle>
          <a:p>
            <a:r>
              <a:rPr lang="de-DE"/>
              <a:t> </a:t>
            </a:r>
          </a:p>
        </p:txBody>
      </p:sp>
      <p:sp>
        <p:nvSpPr>
          <p:cNvPr id="47" name="SmartArt-Platzhalter 46"/>
          <p:cNvSpPr>
            <a:spLocks noGrp="1"/>
          </p:cNvSpPr>
          <p:nvPr>
            <p:ph type="dgm" sz="quarter" idx="21" hasCustomPrompt="1"/>
          </p:nvPr>
        </p:nvSpPr>
        <p:spPr bwMode="auto">
          <a:xfrm>
            <a:off x="1384527" y="3284936"/>
            <a:ext cx="2592000" cy="8467"/>
          </a:xfrm>
          <a:custGeom>
            <a:avLst/>
            <a:gdLst>
              <a:gd name="connsiteX0" fmla="*/ 0 w 1944000"/>
              <a:gd name="connsiteY0" fmla="*/ 0 h 8467"/>
              <a:gd name="connsiteX1" fmla="*/ 1944000 w 1944000"/>
              <a:gd name="connsiteY1" fmla="*/ 0 h 8467"/>
              <a:gd name="connsiteX2" fmla="*/ 1944000 w 1944000"/>
              <a:gd name="connsiteY2" fmla="*/ 8467 h 8467"/>
              <a:gd name="connsiteX3" fmla="*/ 0 w 1944000"/>
              <a:gd name="connsiteY3" fmla="*/ 8467 h 8467"/>
            </a:gdLst>
            <a:ahLst/>
            <a:cxnLst>
              <a:cxn ang="0">
                <a:pos x="connsiteX0" y="connsiteY0"/>
              </a:cxn>
              <a:cxn ang="0">
                <a:pos x="connsiteX1" y="connsiteY1"/>
              </a:cxn>
              <a:cxn ang="0">
                <a:pos x="connsiteX2" y="connsiteY2"/>
              </a:cxn>
              <a:cxn ang="0">
                <a:pos x="connsiteX3" y="connsiteY3"/>
              </a:cxn>
            </a:cxnLst>
            <a:rect l="l" t="t" r="r" b="b"/>
            <a:pathLst>
              <a:path w="1944000" h="8467">
                <a:moveTo>
                  <a:pt x="0" y="0"/>
                </a:moveTo>
                <a:lnTo>
                  <a:pt x="1944000" y="0"/>
                </a:lnTo>
                <a:lnTo>
                  <a:pt x="1944000" y="8467"/>
                </a:lnTo>
                <a:lnTo>
                  <a:pt x="0" y="8467"/>
                </a:lnTo>
                <a:close/>
              </a:path>
            </a:pathLst>
          </a:custGeom>
          <a:solidFill>
            <a:schemeClr val="tx1"/>
          </a:solidFill>
          <a:ln w="9525">
            <a:solidFill>
              <a:schemeClr val="tx1">
                <a:alpha val="95000"/>
              </a:schemeClr>
            </a:solidFill>
            <a:miter lim="800000"/>
            <a:headEnd/>
            <a:tailEnd/>
          </a:ln>
        </p:spPr>
        <p:txBody>
          <a:bodyPr wrap="square">
            <a:noAutofit/>
          </a:bodyPr>
          <a:lstStyle>
            <a:lvl1pPr marL="0" indent="0">
              <a:buNone/>
              <a:defRPr/>
            </a:lvl1pPr>
          </a:lstStyle>
          <a:p>
            <a:r>
              <a:rPr lang="de-DE"/>
              <a:t> </a:t>
            </a:r>
          </a:p>
        </p:txBody>
      </p:sp>
      <p:sp>
        <p:nvSpPr>
          <p:cNvPr id="48" name="SmartArt-Platzhalter 47"/>
          <p:cNvSpPr>
            <a:spLocks noGrp="1"/>
          </p:cNvSpPr>
          <p:nvPr>
            <p:ph type="dgm" sz="quarter" idx="23" hasCustomPrompt="1"/>
          </p:nvPr>
        </p:nvSpPr>
        <p:spPr bwMode="auto">
          <a:xfrm>
            <a:off x="1384527" y="3702712"/>
            <a:ext cx="2592000" cy="8467"/>
          </a:xfrm>
          <a:custGeom>
            <a:avLst/>
            <a:gdLst>
              <a:gd name="connsiteX0" fmla="*/ 0 w 1944000"/>
              <a:gd name="connsiteY0" fmla="*/ 0 h 8467"/>
              <a:gd name="connsiteX1" fmla="*/ 1944000 w 1944000"/>
              <a:gd name="connsiteY1" fmla="*/ 0 h 8467"/>
              <a:gd name="connsiteX2" fmla="*/ 1944000 w 1944000"/>
              <a:gd name="connsiteY2" fmla="*/ 8467 h 8467"/>
              <a:gd name="connsiteX3" fmla="*/ 0 w 1944000"/>
              <a:gd name="connsiteY3" fmla="*/ 8467 h 8467"/>
            </a:gdLst>
            <a:ahLst/>
            <a:cxnLst>
              <a:cxn ang="0">
                <a:pos x="connsiteX0" y="connsiteY0"/>
              </a:cxn>
              <a:cxn ang="0">
                <a:pos x="connsiteX1" y="connsiteY1"/>
              </a:cxn>
              <a:cxn ang="0">
                <a:pos x="connsiteX2" y="connsiteY2"/>
              </a:cxn>
              <a:cxn ang="0">
                <a:pos x="connsiteX3" y="connsiteY3"/>
              </a:cxn>
            </a:cxnLst>
            <a:rect l="l" t="t" r="r" b="b"/>
            <a:pathLst>
              <a:path w="1944000" h="8467">
                <a:moveTo>
                  <a:pt x="0" y="0"/>
                </a:moveTo>
                <a:lnTo>
                  <a:pt x="1944000" y="0"/>
                </a:lnTo>
                <a:lnTo>
                  <a:pt x="1944000" y="8467"/>
                </a:lnTo>
                <a:lnTo>
                  <a:pt x="0" y="8467"/>
                </a:lnTo>
                <a:close/>
              </a:path>
            </a:pathLst>
          </a:custGeom>
          <a:noFill/>
          <a:ln w="9525">
            <a:solidFill>
              <a:schemeClr val="tx1">
                <a:alpha val="95000"/>
              </a:schemeClr>
            </a:solidFill>
            <a:miter lim="800000"/>
            <a:headEnd/>
            <a:tailEnd/>
          </a:ln>
        </p:spPr>
        <p:txBody>
          <a:bodyPr wrap="square">
            <a:noAutofit/>
          </a:bodyPr>
          <a:lstStyle>
            <a:lvl1pPr marL="0" indent="0">
              <a:buNone/>
              <a:defRPr/>
            </a:lvl1pPr>
          </a:lstStyle>
          <a:p>
            <a:r>
              <a:rPr lang="de-DE"/>
              <a:t> </a:t>
            </a:r>
          </a:p>
        </p:txBody>
      </p:sp>
      <p:sp>
        <p:nvSpPr>
          <p:cNvPr id="49" name="Textplatzhalter 48"/>
          <p:cNvSpPr>
            <a:spLocks noGrp="1"/>
          </p:cNvSpPr>
          <p:nvPr>
            <p:ph type="body" sz="quarter" idx="13" hasCustomPrompt="1"/>
          </p:nvPr>
        </p:nvSpPr>
        <p:spPr bwMode="auto">
          <a:xfrm>
            <a:off x="1381352" y="2444753"/>
            <a:ext cx="2689792" cy="408781"/>
          </a:xfrm>
          <a:custGeom>
            <a:avLst/>
            <a:gdLst>
              <a:gd name="connsiteX0" fmla="*/ 0 w 2036762"/>
              <a:gd name="connsiteY0" fmla="*/ 0 h 408781"/>
              <a:gd name="connsiteX1" fmla="*/ 1962150 w 2036762"/>
              <a:gd name="connsiteY1" fmla="*/ 0 h 408781"/>
              <a:gd name="connsiteX2" fmla="*/ 1962150 w 2036762"/>
              <a:gd name="connsiteY2" fmla="*/ 120387 h 408781"/>
              <a:gd name="connsiteX3" fmla="*/ 1962150 w 2036762"/>
              <a:gd name="connsiteY3" fmla="*/ 141629 h 408781"/>
              <a:gd name="connsiteX4" fmla="*/ 2036762 w 2036762"/>
              <a:gd name="connsiteY4" fmla="*/ 204390 h 408781"/>
              <a:gd name="connsiteX5" fmla="*/ 1962150 w 2036762"/>
              <a:gd name="connsiteY5" fmla="*/ 267151 h 408781"/>
              <a:gd name="connsiteX6" fmla="*/ 1962150 w 2036762"/>
              <a:gd name="connsiteY6" fmla="*/ 301362 h 408781"/>
              <a:gd name="connsiteX7" fmla="*/ 1962150 w 2036762"/>
              <a:gd name="connsiteY7" fmla="*/ 408781 h 408781"/>
              <a:gd name="connsiteX8" fmla="*/ 0 w 2036762"/>
              <a:gd name="connsiteY8" fmla="*/ 408781 h 40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6762" h="408781">
                <a:moveTo>
                  <a:pt x="0" y="0"/>
                </a:moveTo>
                <a:lnTo>
                  <a:pt x="1962150" y="0"/>
                </a:lnTo>
                <a:lnTo>
                  <a:pt x="1962150" y="120387"/>
                </a:lnTo>
                <a:lnTo>
                  <a:pt x="1962150" y="141629"/>
                </a:lnTo>
                <a:lnTo>
                  <a:pt x="2036762" y="204390"/>
                </a:lnTo>
                <a:lnTo>
                  <a:pt x="1962150" y="267151"/>
                </a:lnTo>
                <a:lnTo>
                  <a:pt x="1962150" y="301362"/>
                </a:lnTo>
                <a:lnTo>
                  <a:pt x="1962150" y="408781"/>
                </a:lnTo>
                <a:lnTo>
                  <a:pt x="0" y="408781"/>
                </a:lnTo>
                <a:close/>
              </a:path>
            </a:pathLst>
          </a:custGeom>
          <a:solidFill>
            <a:schemeClr val="accent1">
              <a:lumMod val="20000"/>
              <a:lumOff val="80000"/>
            </a:schemeClr>
          </a:solidFill>
          <a:ln w="9525">
            <a:noFill/>
            <a:miter lim="800000"/>
            <a:headEnd/>
            <a:tailEnd/>
          </a:ln>
        </p:spPr>
        <p:txBody>
          <a:bodyPr wrap="square" anchor="t">
            <a:noAutofit/>
          </a:bodyPr>
          <a:lstStyle>
            <a:lvl1pPr marL="0" indent="0">
              <a:lnSpc>
                <a:spcPct val="100000"/>
              </a:lnSpc>
              <a:spcBef>
                <a:spcPts val="0"/>
              </a:spcBef>
              <a:buNone/>
              <a:defRPr sz="1000" b="0" baseline="0">
                <a:solidFill>
                  <a:schemeClr val="tx1"/>
                </a:solidFill>
              </a:defRPr>
            </a:lvl1pPr>
          </a:lstStyle>
          <a:p>
            <a:pPr lvl="0"/>
            <a:r>
              <a:rPr lang="de-DE"/>
              <a:t>Informatik (B. Sc., M. Sc.)</a:t>
            </a:r>
          </a:p>
        </p:txBody>
      </p:sp>
      <p:sp>
        <p:nvSpPr>
          <p:cNvPr id="50" name="Textplatzhalter 49"/>
          <p:cNvSpPr>
            <a:spLocks noGrp="1"/>
          </p:cNvSpPr>
          <p:nvPr>
            <p:ph type="body" sz="quarter" idx="16" hasCustomPrompt="1"/>
          </p:nvPr>
        </p:nvSpPr>
        <p:spPr bwMode="auto">
          <a:xfrm>
            <a:off x="1381351" y="2018506"/>
            <a:ext cx="2689793" cy="408781"/>
          </a:xfrm>
          <a:custGeom>
            <a:avLst/>
            <a:gdLst>
              <a:gd name="connsiteX0" fmla="*/ 0 w 2036762"/>
              <a:gd name="connsiteY0" fmla="*/ 0 h 408781"/>
              <a:gd name="connsiteX1" fmla="*/ 1962150 w 2036762"/>
              <a:gd name="connsiteY1" fmla="*/ 0 h 408781"/>
              <a:gd name="connsiteX2" fmla="*/ 1962150 w 2036762"/>
              <a:gd name="connsiteY2" fmla="*/ 120387 h 408781"/>
              <a:gd name="connsiteX3" fmla="*/ 1962150 w 2036762"/>
              <a:gd name="connsiteY3" fmla="*/ 141629 h 408781"/>
              <a:gd name="connsiteX4" fmla="*/ 2036762 w 2036762"/>
              <a:gd name="connsiteY4" fmla="*/ 204390 h 408781"/>
              <a:gd name="connsiteX5" fmla="*/ 1962150 w 2036762"/>
              <a:gd name="connsiteY5" fmla="*/ 267151 h 408781"/>
              <a:gd name="connsiteX6" fmla="*/ 1962150 w 2036762"/>
              <a:gd name="connsiteY6" fmla="*/ 301362 h 408781"/>
              <a:gd name="connsiteX7" fmla="*/ 1962150 w 2036762"/>
              <a:gd name="connsiteY7" fmla="*/ 408781 h 408781"/>
              <a:gd name="connsiteX8" fmla="*/ 0 w 2036762"/>
              <a:gd name="connsiteY8" fmla="*/ 408781 h 40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6762" h="408781">
                <a:moveTo>
                  <a:pt x="0" y="0"/>
                </a:moveTo>
                <a:lnTo>
                  <a:pt x="1962150" y="0"/>
                </a:lnTo>
                <a:lnTo>
                  <a:pt x="1962150" y="120387"/>
                </a:lnTo>
                <a:lnTo>
                  <a:pt x="1962150" y="141629"/>
                </a:lnTo>
                <a:lnTo>
                  <a:pt x="2036762" y="204390"/>
                </a:lnTo>
                <a:lnTo>
                  <a:pt x="1962150" y="267151"/>
                </a:lnTo>
                <a:lnTo>
                  <a:pt x="1962150" y="301362"/>
                </a:lnTo>
                <a:lnTo>
                  <a:pt x="1962150" y="408781"/>
                </a:lnTo>
                <a:lnTo>
                  <a:pt x="0" y="408781"/>
                </a:lnTo>
                <a:close/>
              </a:path>
            </a:pathLst>
          </a:custGeom>
          <a:solidFill>
            <a:schemeClr val="accent1">
              <a:lumMod val="20000"/>
              <a:lumOff val="80000"/>
            </a:schemeClr>
          </a:solidFill>
          <a:ln w="9525">
            <a:noFill/>
            <a:prstDash val="solid"/>
            <a:miter lim="800000"/>
            <a:headEnd/>
            <a:tailEnd/>
          </a:ln>
        </p:spPr>
        <p:txBody>
          <a:bodyPr wrap="square" anchor="t">
            <a:noAutofit/>
          </a:bodyPr>
          <a:lstStyle>
            <a:lvl1pPr marL="0" indent="0">
              <a:lnSpc>
                <a:spcPct val="100000"/>
              </a:lnSpc>
              <a:spcBef>
                <a:spcPts val="0"/>
              </a:spcBef>
              <a:buNone/>
              <a:defRPr sz="1000" b="0">
                <a:solidFill>
                  <a:schemeClr val="tx1"/>
                </a:solidFill>
              </a:defRPr>
            </a:lvl1pPr>
          </a:lstStyle>
          <a:p>
            <a:pPr lvl="0"/>
            <a:r>
              <a:rPr lang="de-DE"/>
              <a:t>Applied Computer</a:t>
            </a:r>
          </a:p>
          <a:p>
            <a:pPr lvl="0"/>
            <a:r>
              <a:rPr lang="de-DE"/>
              <a:t>Science (B. Sc.)</a:t>
            </a:r>
          </a:p>
        </p:txBody>
      </p:sp>
      <p:sp>
        <p:nvSpPr>
          <p:cNvPr id="51" name="Textplatzhalter 50"/>
          <p:cNvSpPr>
            <a:spLocks noGrp="1"/>
          </p:cNvSpPr>
          <p:nvPr>
            <p:ph type="body" sz="quarter" idx="20" hasCustomPrompt="1"/>
          </p:nvPr>
        </p:nvSpPr>
        <p:spPr bwMode="auto">
          <a:xfrm>
            <a:off x="1381352" y="3295594"/>
            <a:ext cx="2689792" cy="408781"/>
          </a:xfrm>
          <a:custGeom>
            <a:avLst/>
            <a:gdLst>
              <a:gd name="connsiteX0" fmla="*/ 0 w 2036762"/>
              <a:gd name="connsiteY0" fmla="*/ 0 h 408781"/>
              <a:gd name="connsiteX1" fmla="*/ 1962150 w 2036762"/>
              <a:gd name="connsiteY1" fmla="*/ 0 h 408781"/>
              <a:gd name="connsiteX2" fmla="*/ 1962150 w 2036762"/>
              <a:gd name="connsiteY2" fmla="*/ 120387 h 408781"/>
              <a:gd name="connsiteX3" fmla="*/ 1962150 w 2036762"/>
              <a:gd name="connsiteY3" fmla="*/ 141629 h 408781"/>
              <a:gd name="connsiteX4" fmla="*/ 2036762 w 2036762"/>
              <a:gd name="connsiteY4" fmla="*/ 204390 h 408781"/>
              <a:gd name="connsiteX5" fmla="*/ 1962150 w 2036762"/>
              <a:gd name="connsiteY5" fmla="*/ 267151 h 408781"/>
              <a:gd name="connsiteX6" fmla="*/ 1962150 w 2036762"/>
              <a:gd name="connsiteY6" fmla="*/ 301362 h 408781"/>
              <a:gd name="connsiteX7" fmla="*/ 1962150 w 2036762"/>
              <a:gd name="connsiteY7" fmla="*/ 408781 h 408781"/>
              <a:gd name="connsiteX8" fmla="*/ 0 w 2036762"/>
              <a:gd name="connsiteY8" fmla="*/ 408781 h 40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6762" h="408781">
                <a:moveTo>
                  <a:pt x="0" y="0"/>
                </a:moveTo>
                <a:lnTo>
                  <a:pt x="1962150" y="0"/>
                </a:lnTo>
                <a:lnTo>
                  <a:pt x="1962150" y="120387"/>
                </a:lnTo>
                <a:lnTo>
                  <a:pt x="1962150" y="141629"/>
                </a:lnTo>
                <a:lnTo>
                  <a:pt x="2036762" y="204390"/>
                </a:lnTo>
                <a:lnTo>
                  <a:pt x="1962150" y="267151"/>
                </a:lnTo>
                <a:lnTo>
                  <a:pt x="1962150" y="301362"/>
                </a:lnTo>
                <a:lnTo>
                  <a:pt x="1962150" y="408781"/>
                </a:lnTo>
                <a:lnTo>
                  <a:pt x="0" y="408781"/>
                </a:lnTo>
                <a:close/>
              </a:path>
            </a:pathLst>
          </a:custGeom>
          <a:solidFill>
            <a:schemeClr val="accent1">
              <a:lumMod val="20000"/>
              <a:lumOff val="80000"/>
            </a:schemeClr>
          </a:solidFill>
          <a:ln w="9525">
            <a:noFill/>
            <a:miter lim="800000"/>
            <a:headEnd/>
            <a:tailEnd/>
          </a:ln>
        </p:spPr>
        <p:txBody>
          <a:bodyPr wrap="square" anchor="t">
            <a:noAutofit/>
          </a:bodyPr>
          <a:lstStyle>
            <a:lvl1pPr marL="0" indent="0">
              <a:lnSpc>
                <a:spcPct val="100000"/>
              </a:lnSpc>
              <a:spcBef>
                <a:spcPts val="0"/>
              </a:spcBef>
              <a:buNone/>
              <a:defRPr sz="1000" b="0" baseline="0">
                <a:solidFill>
                  <a:schemeClr val="tx1"/>
                </a:solidFill>
              </a:defRPr>
            </a:lvl1pPr>
          </a:lstStyle>
          <a:p>
            <a:pPr lvl="0"/>
            <a:r>
              <a:rPr lang="de-DE"/>
              <a:t>Digitale Medien (M. Sc.)</a:t>
            </a:r>
          </a:p>
        </p:txBody>
      </p:sp>
      <p:sp>
        <p:nvSpPr>
          <p:cNvPr id="52" name="Textplatzhalter 51"/>
          <p:cNvSpPr>
            <a:spLocks noGrp="1"/>
          </p:cNvSpPr>
          <p:nvPr>
            <p:ph type="body" sz="quarter" idx="22" hasCustomPrompt="1"/>
          </p:nvPr>
        </p:nvSpPr>
        <p:spPr bwMode="auto">
          <a:xfrm>
            <a:off x="1381352" y="3722162"/>
            <a:ext cx="2689792" cy="408781"/>
          </a:xfrm>
          <a:custGeom>
            <a:avLst/>
            <a:gdLst>
              <a:gd name="connsiteX0" fmla="*/ 0 w 2036762"/>
              <a:gd name="connsiteY0" fmla="*/ 0 h 408781"/>
              <a:gd name="connsiteX1" fmla="*/ 1962150 w 2036762"/>
              <a:gd name="connsiteY1" fmla="*/ 0 h 408781"/>
              <a:gd name="connsiteX2" fmla="*/ 1962150 w 2036762"/>
              <a:gd name="connsiteY2" fmla="*/ 120387 h 408781"/>
              <a:gd name="connsiteX3" fmla="*/ 1962150 w 2036762"/>
              <a:gd name="connsiteY3" fmla="*/ 141629 h 408781"/>
              <a:gd name="connsiteX4" fmla="*/ 2036762 w 2036762"/>
              <a:gd name="connsiteY4" fmla="*/ 204390 h 408781"/>
              <a:gd name="connsiteX5" fmla="*/ 1962150 w 2036762"/>
              <a:gd name="connsiteY5" fmla="*/ 267151 h 408781"/>
              <a:gd name="connsiteX6" fmla="*/ 1962150 w 2036762"/>
              <a:gd name="connsiteY6" fmla="*/ 301362 h 408781"/>
              <a:gd name="connsiteX7" fmla="*/ 1962150 w 2036762"/>
              <a:gd name="connsiteY7" fmla="*/ 408781 h 408781"/>
              <a:gd name="connsiteX8" fmla="*/ 0 w 2036762"/>
              <a:gd name="connsiteY8" fmla="*/ 408781 h 40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6762" h="408781">
                <a:moveTo>
                  <a:pt x="0" y="0"/>
                </a:moveTo>
                <a:lnTo>
                  <a:pt x="1962150" y="0"/>
                </a:lnTo>
                <a:lnTo>
                  <a:pt x="1962150" y="120387"/>
                </a:lnTo>
                <a:lnTo>
                  <a:pt x="1962150" y="141629"/>
                </a:lnTo>
                <a:lnTo>
                  <a:pt x="2036762" y="204390"/>
                </a:lnTo>
                <a:lnTo>
                  <a:pt x="1962150" y="267151"/>
                </a:lnTo>
                <a:lnTo>
                  <a:pt x="1962150" y="301362"/>
                </a:lnTo>
                <a:lnTo>
                  <a:pt x="1962150" y="408781"/>
                </a:lnTo>
                <a:lnTo>
                  <a:pt x="0" y="408781"/>
                </a:lnTo>
                <a:close/>
              </a:path>
            </a:pathLst>
          </a:custGeom>
          <a:solidFill>
            <a:schemeClr val="accent1">
              <a:lumMod val="40000"/>
              <a:lumOff val="60000"/>
            </a:schemeClr>
          </a:solidFill>
          <a:ln w="9525">
            <a:noFill/>
            <a:miter lim="800000"/>
            <a:headEnd/>
            <a:tailEnd/>
          </a:ln>
        </p:spPr>
        <p:txBody>
          <a:bodyPr wrap="square" anchor="t">
            <a:noAutofit/>
          </a:bodyPr>
          <a:lstStyle>
            <a:lvl1pPr marL="0" indent="0">
              <a:lnSpc>
                <a:spcPct val="100000"/>
              </a:lnSpc>
              <a:spcBef>
                <a:spcPts val="0"/>
              </a:spcBef>
              <a:buNone/>
              <a:defRPr sz="1000" b="0" baseline="0">
                <a:solidFill>
                  <a:schemeClr val="tx1"/>
                </a:solidFill>
              </a:defRPr>
            </a:lvl1pPr>
          </a:lstStyle>
          <a:p>
            <a:pPr lvl="0"/>
            <a:r>
              <a:rPr lang="de-DE"/>
              <a:t>Online-SG Medieninformatik</a:t>
            </a:r>
          </a:p>
          <a:p>
            <a:pPr lvl="0"/>
            <a:r>
              <a:rPr lang="de-DE"/>
              <a:t>(B. Sc., M. Sc.)</a:t>
            </a:r>
          </a:p>
        </p:txBody>
      </p:sp>
      <p:sp>
        <p:nvSpPr>
          <p:cNvPr id="53" name="Textplatzhalter 6"/>
          <p:cNvSpPr>
            <a:spLocks noGrp="1"/>
          </p:cNvSpPr>
          <p:nvPr>
            <p:ph type="body" sz="quarter" idx="11" hasCustomPrompt="1"/>
          </p:nvPr>
        </p:nvSpPr>
        <p:spPr>
          <a:xfrm>
            <a:off x="1375990" y="1609725"/>
            <a:ext cx="2592917" cy="408781"/>
          </a:xfrm>
          <a:solidFill>
            <a:schemeClr val="accent1"/>
          </a:solidFill>
        </p:spPr>
        <p:txBody>
          <a:bodyPr anchor="ctr"/>
          <a:lstStyle>
            <a:lvl1pPr marL="0" indent="0">
              <a:lnSpc>
                <a:spcPct val="100000"/>
              </a:lnSpc>
              <a:buNone/>
              <a:defRPr sz="1000" b="1">
                <a:solidFill>
                  <a:schemeClr val="bg1"/>
                </a:solidFill>
              </a:defRPr>
            </a:lvl1pPr>
          </a:lstStyle>
          <a:p>
            <a:pPr lvl="0"/>
            <a:r>
              <a:rPr lang="de-DE"/>
              <a:t>Fachbereich</a:t>
            </a:r>
            <a:br>
              <a:rPr lang="de-DE"/>
            </a:br>
            <a:r>
              <a:rPr lang="de-DE"/>
              <a:t>Informatik und Medien</a:t>
            </a:r>
          </a:p>
        </p:txBody>
      </p:sp>
      <p:sp>
        <p:nvSpPr>
          <p:cNvPr id="21" name="Fußzeilenplatzhalter 4"/>
          <p:cNvSpPr>
            <a:spLocks noGrp="1"/>
          </p:cNvSpPr>
          <p:nvPr>
            <p:ph type="ftr" sz="quarter" idx="3"/>
          </p:nvPr>
        </p:nvSpPr>
        <p:spPr>
          <a:xfrm>
            <a:off x="422639" y="6446837"/>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587664750"/>
      </p:ext>
    </p:extLst>
  </p:cSld>
  <p:clrMapOvr>
    <a:masterClrMapping/>
  </p:clrMapOvr>
  <p:extLst>
    <p:ext uri="{DCECCB84-F9BA-43D5-87BE-67443E8EF086}">
      <p15:sldGuideLst xmlns:p15="http://schemas.microsoft.com/office/powerpoint/2012/main">
        <p15:guide id="1" pos="859"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ayout FB Technik - AbschlussSeite">
    <p:spTree>
      <p:nvGrpSpPr>
        <p:cNvPr id="1" name=""/>
        <p:cNvGrpSpPr/>
        <p:nvPr/>
      </p:nvGrpSpPr>
      <p:grpSpPr>
        <a:xfrm>
          <a:off x="0" y="0"/>
          <a:ext cx="0" cy="0"/>
          <a:chOff x="0" y="0"/>
          <a:chExt cx="0" cy="0"/>
        </a:xfrm>
      </p:grpSpPr>
      <p:sp>
        <p:nvSpPr>
          <p:cNvPr id="3079" name="Rectangle 9"/>
          <p:cNvSpPr>
            <a:spLocks noChangeArrowheads="1"/>
          </p:cNvSpPr>
          <p:nvPr userDrawn="1"/>
        </p:nvSpPr>
        <p:spPr bwMode="auto">
          <a:xfrm>
            <a:off x="507600" y="1600200"/>
            <a:ext cx="11696292" cy="4792663"/>
          </a:xfrm>
          <a:prstGeom prst="rect">
            <a:avLst/>
          </a:prstGeom>
          <a:solidFill>
            <a:schemeClr val="accent1"/>
          </a:solidFill>
          <a:ln w="9525">
            <a:noFill/>
            <a:miter lim="800000"/>
            <a:headEnd/>
            <a:tailEnd/>
          </a:ln>
        </p:spPr>
        <p:txBody>
          <a:bodyPr wrap="none" anchor="ctr"/>
          <a:lstStyle/>
          <a:p>
            <a:pPr algn="ctr"/>
            <a:r>
              <a:rPr lang="de-DE" sz="2400">
                <a:solidFill>
                  <a:schemeClr val="tx2"/>
                </a:solidFill>
              </a:rPr>
              <a:t>             </a:t>
            </a:r>
          </a:p>
        </p:txBody>
      </p:sp>
      <p:sp>
        <p:nvSpPr>
          <p:cNvPr id="3075" name="Rectangle 3"/>
          <p:cNvSpPr>
            <a:spLocks noGrp="1" noChangeArrowheads="1"/>
          </p:cNvSpPr>
          <p:nvPr>
            <p:ph type="subTitle" idx="1" hasCustomPrompt="1"/>
          </p:nvPr>
        </p:nvSpPr>
        <p:spPr>
          <a:xfrm>
            <a:off x="1278000" y="5313363"/>
            <a:ext cx="8534400" cy="609600"/>
          </a:xfrm>
        </p:spPr>
        <p:txBody>
          <a:bodyPr/>
          <a:lstStyle>
            <a:lvl1pPr marL="285750" marR="0" indent="-285750" algn="l" defTabSz="914400" rtl="0" eaLnBrk="1" fontAlgn="base" latinLnBrk="0" hangingPunct="1">
              <a:lnSpc>
                <a:spcPts val="1800"/>
              </a:lnSpc>
              <a:spcBef>
                <a:spcPts val="300"/>
              </a:spcBef>
              <a:spcAft>
                <a:spcPct val="0"/>
              </a:spcAft>
              <a:buClr>
                <a:schemeClr val="tx2"/>
              </a:buClr>
              <a:buSzTx/>
              <a:buFont typeface="Times" charset="0"/>
              <a:buNone/>
              <a:tabLst/>
              <a:defRPr sz="1400">
                <a:solidFill>
                  <a:schemeClr val="bg1"/>
                </a:solidFill>
              </a:defRPr>
            </a:lvl1pPr>
          </a:lstStyle>
          <a:p>
            <a:r>
              <a:rPr lang="de-DE"/>
              <a:t>Dr. </a:t>
            </a:r>
            <a:r>
              <a:rPr lang="de-DE" err="1"/>
              <a:t>rer</a:t>
            </a:r>
            <a:r>
              <a:rPr lang="de-DE"/>
              <a:t>. pol Max Mustermann · </a:t>
            </a:r>
            <a:fld id="{B15953E2-1CAD-46A0-A666-3E8E0EC7E0E1}" type="datetime1">
              <a:rPr lang="de-DE" smtClean="0"/>
              <a:pPr/>
              <a:t>25.04.14</a:t>
            </a:fld>
            <a:endParaRPr lang="de-DE"/>
          </a:p>
          <a:p>
            <a:endParaRPr lang="de-DE"/>
          </a:p>
        </p:txBody>
      </p:sp>
      <p:sp>
        <p:nvSpPr>
          <p:cNvPr id="10" name="Textfeld 9"/>
          <p:cNvSpPr txBox="1"/>
          <p:nvPr userDrawn="1"/>
        </p:nvSpPr>
        <p:spPr>
          <a:xfrm>
            <a:off x="1275098" y="2445088"/>
            <a:ext cx="9421283" cy="461665"/>
          </a:xfrm>
          <a:prstGeom prst="rect">
            <a:avLst/>
          </a:prstGeom>
          <a:noFill/>
        </p:spPr>
        <p:txBody>
          <a:bodyPr wrap="square" rtlCol="0">
            <a:spAutoFit/>
          </a:bodyPr>
          <a:lstStyle/>
          <a:p>
            <a:r>
              <a:rPr lang="de-DE" sz="2400" b="1" kern="1200" baseline="0">
                <a:solidFill>
                  <a:schemeClr val="bg1"/>
                </a:solidFill>
                <a:latin typeface="+mj-lt"/>
                <a:ea typeface="ＭＳ Ｐゴシック" charset="-128"/>
                <a:cs typeface="+mn-cs"/>
              </a:rPr>
              <a:t>Vielen Dank für Ihre Aufmerksamkeit</a:t>
            </a:r>
            <a:endParaRPr lang="de-DE" sz="2400" b="1">
              <a:solidFill>
                <a:schemeClr val="bg1"/>
              </a:solidFill>
              <a:latin typeface="+mj-lt"/>
            </a:endParaRPr>
          </a:p>
        </p:txBody>
      </p:sp>
      <p:sp>
        <p:nvSpPr>
          <p:cNvPr id="7" name="Rechteck 6"/>
          <p:cNvSpPr/>
          <p:nvPr userDrawn="1"/>
        </p:nvSpPr>
        <p:spPr bwMode="auto">
          <a:xfrm>
            <a:off x="0" y="6383867"/>
            <a:ext cx="12192000" cy="482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ahoma" charset="0"/>
              <a:ea typeface="ＭＳ Ｐゴシック" charset="-128"/>
            </a:endParaRPr>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400" y="982"/>
            <a:ext cx="3999220" cy="2045925"/>
          </a:xfrm>
          <a:prstGeom prst="rect">
            <a:avLst/>
          </a:prstGeom>
        </p:spPr>
      </p:pic>
    </p:spTree>
    <p:extLst>
      <p:ext uri="{BB962C8B-B14F-4D97-AF65-F5344CB8AC3E}">
        <p14:creationId xmlns:p14="http://schemas.microsoft.com/office/powerpoint/2010/main" val="40709915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Layout FB Technik - Titelfolie mit Bild">
    <p:spTree>
      <p:nvGrpSpPr>
        <p:cNvPr id="1" name=""/>
        <p:cNvGrpSpPr/>
        <p:nvPr/>
      </p:nvGrpSpPr>
      <p:grpSpPr>
        <a:xfrm>
          <a:off x="0" y="0"/>
          <a:ext cx="0" cy="0"/>
          <a:chOff x="0" y="0"/>
          <a:chExt cx="0" cy="0"/>
        </a:xfrm>
      </p:grpSpPr>
      <p:sp>
        <p:nvSpPr>
          <p:cNvPr id="3079" name="Rectangle 9"/>
          <p:cNvSpPr>
            <a:spLocks noChangeArrowheads="1"/>
          </p:cNvSpPr>
          <p:nvPr userDrawn="1"/>
        </p:nvSpPr>
        <p:spPr bwMode="auto">
          <a:xfrm>
            <a:off x="507600" y="1600200"/>
            <a:ext cx="11696292" cy="2614614"/>
          </a:xfrm>
          <a:prstGeom prst="rect">
            <a:avLst/>
          </a:prstGeom>
          <a:solidFill>
            <a:schemeClr val="accent1"/>
          </a:solidFill>
          <a:ln w="9525">
            <a:noFill/>
            <a:miter lim="800000"/>
            <a:headEnd/>
            <a:tailEnd/>
          </a:ln>
        </p:spPr>
        <p:txBody>
          <a:bodyPr wrap="none" anchor="ctr"/>
          <a:lstStyle/>
          <a:p>
            <a:pPr algn="ctr"/>
            <a:r>
              <a:rPr lang="de-DE" sz="2400"/>
              <a:t>             </a:t>
            </a:r>
          </a:p>
        </p:txBody>
      </p:sp>
      <p:sp>
        <p:nvSpPr>
          <p:cNvPr id="3074" name="Rectangle 2"/>
          <p:cNvSpPr>
            <a:spLocks noGrp="1" noChangeArrowheads="1"/>
          </p:cNvSpPr>
          <p:nvPr>
            <p:ph type="ctrTitle"/>
          </p:nvPr>
        </p:nvSpPr>
        <p:spPr>
          <a:xfrm>
            <a:off x="4673364" y="0"/>
            <a:ext cx="7360592" cy="1143000"/>
          </a:xfrm>
        </p:spPr>
        <p:txBody>
          <a:bodyPr/>
          <a:lstStyle>
            <a:lvl1pPr>
              <a:lnSpc>
                <a:spcPts val="3000"/>
              </a:lnSpc>
              <a:defRPr sz="2400">
                <a:solidFill>
                  <a:schemeClr val="bg1"/>
                </a:solidFill>
              </a:defRPr>
            </a:lvl1pPr>
          </a:lstStyle>
          <a:p>
            <a:r>
              <a:rPr lang="de-DE"/>
              <a:t>Mastertitelformat bearbeiten</a:t>
            </a:r>
          </a:p>
        </p:txBody>
      </p:sp>
      <p:sp>
        <p:nvSpPr>
          <p:cNvPr id="9" name="Bildplatzhalter 8"/>
          <p:cNvSpPr>
            <a:spLocks noGrp="1"/>
          </p:cNvSpPr>
          <p:nvPr>
            <p:ph type="pic" sz="quarter" idx="10"/>
          </p:nvPr>
        </p:nvSpPr>
        <p:spPr>
          <a:xfrm>
            <a:off x="507600" y="4214814"/>
            <a:ext cx="11696292" cy="2185987"/>
          </a:xfrm>
        </p:spPr>
        <p:txBody>
          <a:bodyPr/>
          <a:lstStyle>
            <a:lvl1pPr>
              <a:buNone/>
              <a:defRPr/>
            </a:lvl1pPr>
          </a:lstStyle>
          <a:p>
            <a:endParaRPr lang="de-DE"/>
          </a:p>
        </p:txBody>
      </p:sp>
      <p:sp>
        <p:nvSpPr>
          <p:cNvPr id="7" name="Rechteck 6"/>
          <p:cNvSpPr/>
          <p:nvPr userDrawn="1"/>
        </p:nvSpPr>
        <p:spPr bwMode="auto">
          <a:xfrm>
            <a:off x="0" y="6383867"/>
            <a:ext cx="12192000" cy="482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ahoma" charset="0"/>
              <a:ea typeface="ＭＳ Ｐゴシック" charset="-128"/>
            </a:endParaRPr>
          </a:p>
        </p:txBody>
      </p:sp>
      <p:sp>
        <p:nvSpPr>
          <p:cNvPr id="13" name="Rectangle 3"/>
          <p:cNvSpPr>
            <a:spLocks noGrp="1" noChangeArrowheads="1"/>
          </p:cNvSpPr>
          <p:nvPr>
            <p:ph type="subTitle" idx="1" hasCustomPrompt="1"/>
          </p:nvPr>
        </p:nvSpPr>
        <p:spPr>
          <a:xfrm>
            <a:off x="1277196" y="3553859"/>
            <a:ext cx="9235875" cy="609600"/>
          </a:xfrm>
        </p:spPr>
        <p:txBody>
          <a:bodyPr/>
          <a:lstStyle>
            <a:lvl1pPr marL="285750" marR="0" indent="-285750" algn="l" defTabSz="914400" rtl="0" eaLnBrk="1" fontAlgn="base" latinLnBrk="0" hangingPunct="1">
              <a:lnSpc>
                <a:spcPts val="1800"/>
              </a:lnSpc>
              <a:spcBef>
                <a:spcPts val="300"/>
              </a:spcBef>
              <a:spcAft>
                <a:spcPct val="0"/>
              </a:spcAft>
              <a:buClr>
                <a:schemeClr val="tx2"/>
              </a:buClr>
              <a:buSzTx/>
              <a:buFont typeface="Times" charset="0"/>
              <a:buNone/>
              <a:tabLst/>
              <a:defRPr sz="1400">
                <a:solidFill>
                  <a:schemeClr val="bg1"/>
                </a:solidFill>
              </a:defRPr>
            </a:lvl1pPr>
          </a:lstStyle>
          <a:p>
            <a:r>
              <a:rPr lang="de-DE"/>
              <a:t>Dr. </a:t>
            </a:r>
            <a:r>
              <a:rPr lang="de-DE" err="1"/>
              <a:t>rer</a:t>
            </a:r>
            <a:r>
              <a:rPr lang="de-DE"/>
              <a:t>. pol Max Mustermann · </a:t>
            </a:r>
            <a:fld id="{B15953E2-1CAD-46A0-A666-3E8E0EC7E0E1}" type="datetime1">
              <a:rPr lang="de-DE" smtClean="0"/>
              <a:pPr/>
              <a:t>16.08.2014</a:t>
            </a:fld>
            <a:endParaRPr lang="de-DE"/>
          </a:p>
          <a:p>
            <a:endParaRPr lang="de-DE"/>
          </a:p>
        </p:txBody>
      </p:sp>
      <p:sp>
        <p:nvSpPr>
          <p:cNvPr id="11" name="Fußzeilenplatzhalter 4"/>
          <p:cNvSpPr>
            <a:spLocks noGrp="1"/>
          </p:cNvSpPr>
          <p:nvPr>
            <p:ph type="ftr" sz="quarter" idx="3"/>
          </p:nvPr>
        </p:nvSpPr>
        <p:spPr>
          <a:xfrm>
            <a:off x="1265656" y="2397300"/>
            <a:ext cx="10202444" cy="1261361"/>
          </a:xfrm>
          <a:prstGeom prst="rect">
            <a:avLst/>
          </a:prstGeom>
        </p:spPr>
        <p:txBody>
          <a:bodyPr/>
          <a:lstStyle>
            <a:lvl1pPr>
              <a:defRPr sz="2400" b="1">
                <a:solidFill>
                  <a:schemeClr val="bg1"/>
                </a:solidFill>
                <a:latin typeface="Tahoma Bold"/>
              </a:defRPr>
            </a:lvl1pPr>
          </a:lstStyle>
          <a:p>
            <a:r>
              <a:rPr lang="de-DE"/>
              <a:t>Titel der Präsentation über „EINFÜGEN“ -&gt; „Kopf-und Fußzeile“ -&gt; „Fußzeile“ (auf alle Folien übernehmen)</a:t>
            </a:r>
          </a:p>
        </p:txBody>
      </p:sp>
      <p:pic>
        <p:nvPicPr>
          <p:cNvPr id="12"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400" y="982"/>
            <a:ext cx="3999220" cy="2045925"/>
          </a:xfrm>
          <a:prstGeom prst="rect">
            <a:avLst/>
          </a:prstGeom>
        </p:spPr>
      </p:pic>
    </p:spTree>
    <p:extLst>
      <p:ext uri="{BB962C8B-B14F-4D97-AF65-F5344CB8AC3E}">
        <p14:creationId xmlns:p14="http://schemas.microsoft.com/office/powerpoint/2010/main" val="8162373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Layout FB Wirtschaft - Titelfolie">
    <p:spTree>
      <p:nvGrpSpPr>
        <p:cNvPr id="1" name=""/>
        <p:cNvGrpSpPr/>
        <p:nvPr/>
      </p:nvGrpSpPr>
      <p:grpSpPr>
        <a:xfrm>
          <a:off x="0" y="0"/>
          <a:ext cx="0" cy="0"/>
          <a:chOff x="0" y="0"/>
          <a:chExt cx="0" cy="0"/>
        </a:xfrm>
      </p:grpSpPr>
      <p:sp>
        <p:nvSpPr>
          <p:cNvPr id="3079" name="Rectangle 9"/>
          <p:cNvSpPr>
            <a:spLocks noChangeArrowheads="1"/>
          </p:cNvSpPr>
          <p:nvPr userDrawn="1"/>
        </p:nvSpPr>
        <p:spPr bwMode="auto">
          <a:xfrm>
            <a:off x="507600" y="1600200"/>
            <a:ext cx="11694586" cy="4792663"/>
          </a:xfrm>
          <a:prstGeom prst="rect">
            <a:avLst/>
          </a:prstGeom>
          <a:solidFill>
            <a:schemeClr val="accent1"/>
          </a:solidFill>
          <a:ln w="9525">
            <a:noFill/>
            <a:miter lim="800000"/>
            <a:headEnd/>
            <a:tailEnd/>
          </a:ln>
        </p:spPr>
        <p:txBody>
          <a:bodyPr wrap="none" anchor="ctr"/>
          <a:lstStyle/>
          <a:p>
            <a:pPr algn="ctr"/>
            <a:r>
              <a:rPr lang="de-DE" sz="2400">
                <a:solidFill>
                  <a:srgbClr val="CC0A2F"/>
                </a:solidFill>
              </a:rPr>
              <a:t>             </a:t>
            </a:r>
          </a:p>
        </p:txBody>
      </p:sp>
      <p:sp>
        <p:nvSpPr>
          <p:cNvPr id="3075" name="Rectangle 3"/>
          <p:cNvSpPr>
            <a:spLocks noGrp="1" noChangeArrowheads="1"/>
          </p:cNvSpPr>
          <p:nvPr>
            <p:ph type="subTitle" idx="1" hasCustomPrompt="1"/>
          </p:nvPr>
        </p:nvSpPr>
        <p:spPr>
          <a:xfrm>
            <a:off x="1278000" y="5313363"/>
            <a:ext cx="8534400" cy="609600"/>
          </a:xfrm>
        </p:spPr>
        <p:txBody>
          <a:bodyPr/>
          <a:lstStyle>
            <a:lvl1pPr marL="285750" marR="0" indent="-285750" algn="l" defTabSz="914400" rtl="0" eaLnBrk="1" fontAlgn="base" latinLnBrk="0" hangingPunct="1">
              <a:lnSpc>
                <a:spcPts val="1800"/>
              </a:lnSpc>
              <a:spcBef>
                <a:spcPts val="300"/>
              </a:spcBef>
              <a:spcAft>
                <a:spcPct val="0"/>
              </a:spcAft>
              <a:buClr>
                <a:schemeClr val="tx2"/>
              </a:buClr>
              <a:buSzTx/>
              <a:buFont typeface="Times" charset="0"/>
              <a:buNone/>
              <a:tabLst/>
              <a:defRPr sz="1400">
                <a:solidFill>
                  <a:srgbClr val="FFFFFF"/>
                </a:solidFill>
              </a:defRPr>
            </a:lvl1pPr>
          </a:lstStyle>
          <a:p>
            <a:r>
              <a:rPr lang="de-DE"/>
              <a:t>Dr. </a:t>
            </a:r>
            <a:r>
              <a:rPr lang="de-DE" err="1"/>
              <a:t>rer</a:t>
            </a:r>
            <a:r>
              <a:rPr lang="de-DE"/>
              <a:t>. pol Max Mustermann · </a:t>
            </a:r>
            <a:fld id="{B15953E2-1CAD-46A0-A666-3E8E0EC7E0E1}" type="datetime1">
              <a:rPr lang="de-DE" smtClean="0"/>
              <a:pPr/>
              <a:t>25.04.14</a:t>
            </a:fld>
            <a:endParaRPr lang="de-DE"/>
          </a:p>
          <a:p>
            <a:endParaRPr lang="de-DE"/>
          </a:p>
        </p:txBody>
      </p:sp>
      <p:sp>
        <p:nvSpPr>
          <p:cNvPr id="2" name="Rechteck 1"/>
          <p:cNvSpPr/>
          <p:nvPr userDrawn="1"/>
        </p:nvSpPr>
        <p:spPr bwMode="auto">
          <a:xfrm>
            <a:off x="0" y="6383867"/>
            <a:ext cx="12192000" cy="482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ahoma" charset="0"/>
              <a:ea typeface="ＭＳ Ｐゴシック" charset="-128"/>
            </a:endParaRPr>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400" y="0"/>
            <a:ext cx="3999220" cy="2043866"/>
          </a:xfrm>
          <a:prstGeom prst="rect">
            <a:avLst/>
          </a:prstGeom>
        </p:spPr>
      </p:pic>
      <p:sp>
        <p:nvSpPr>
          <p:cNvPr id="10" name="Fußzeilenplatzhalter 4"/>
          <p:cNvSpPr>
            <a:spLocks noGrp="1"/>
          </p:cNvSpPr>
          <p:nvPr>
            <p:ph type="ftr" sz="quarter" idx="3"/>
          </p:nvPr>
        </p:nvSpPr>
        <p:spPr>
          <a:xfrm>
            <a:off x="1265656" y="2397300"/>
            <a:ext cx="10202444" cy="1261361"/>
          </a:xfrm>
          <a:prstGeom prst="rect">
            <a:avLst/>
          </a:prstGeom>
        </p:spPr>
        <p:txBody>
          <a:bodyPr/>
          <a:lstStyle>
            <a:lvl1pPr>
              <a:defRPr sz="2400" b="1">
                <a:solidFill>
                  <a:schemeClr val="bg1"/>
                </a:solidFill>
                <a:latin typeface="Tahoma Bold"/>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406486977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Layout FB Wirtschaft - nur Text">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1266286" y="1495167"/>
            <a:ext cx="10200227" cy="4276800"/>
          </a:xfrm>
        </p:spPr>
        <p:txBody>
          <a:bodyPr anchor="t"/>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Textmasterformate durch Klicken bearbeiten</a:t>
            </a:r>
          </a:p>
        </p:txBody>
      </p:sp>
      <p:sp>
        <p:nvSpPr>
          <p:cNvPr id="8" name="Titel 1"/>
          <p:cNvSpPr>
            <a:spLocks noGrp="1"/>
          </p:cNvSpPr>
          <p:nvPr>
            <p:ph type="title"/>
          </p:nvPr>
        </p:nvSpPr>
        <p:spPr>
          <a:xfrm>
            <a:off x="1263967" y="611188"/>
            <a:ext cx="10202546" cy="685800"/>
          </a:xfrm>
        </p:spPr>
        <p:txBody>
          <a:bodyPr/>
          <a:lstStyle/>
          <a:p>
            <a:r>
              <a:rPr lang="de-DE"/>
              <a:t>Titelmasterformat durch Klicken bearbeiten</a:t>
            </a:r>
          </a:p>
        </p:txBody>
      </p:sp>
      <p:sp>
        <p:nvSpPr>
          <p:cNvPr id="6" name="Fußzeilenplatzhalter 4"/>
          <p:cNvSpPr>
            <a:spLocks noGrp="1"/>
          </p:cNvSpPr>
          <p:nvPr>
            <p:ph type="ftr" sz="quarter" idx="3"/>
          </p:nvPr>
        </p:nvSpPr>
        <p:spPr>
          <a:xfrm>
            <a:off x="403749" y="6445663"/>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
        <p:nvSpPr>
          <p:cNvPr id="10" name="Datumsplatzhalter 3"/>
          <p:cNvSpPr>
            <a:spLocks noGrp="1"/>
          </p:cNvSpPr>
          <p:nvPr>
            <p:ph type="dt" sz="half" idx="2"/>
          </p:nvPr>
        </p:nvSpPr>
        <p:spPr>
          <a:xfrm>
            <a:off x="10075693" y="6448154"/>
            <a:ext cx="1485704" cy="365125"/>
          </a:xfrm>
          <a:prstGeom prst="rect">
            <a:avLst/>
          </a:prstGeom>
        </p:spPr>
        <p:txBody>
          <a:bodyPr/>
          <a:lstStyle>
            <a:lvl1pPr algn="r">
              <a:defRPr sz="800">
                <a:solidFill>
                  <a:schemeClr val="bg1"/>
                </a:solidFill>
              </a:defRPr>
            </a:lvl1pPr>
          </a:lstStyle>
          <a:p>
            <a:r>
              <a:rPr lang="de-DE"/>
              <a:t>21.02.2014</a:t>
            </a:r>
          </a:p>
        </p:txBody>
      </p:sp>
    </p:spTree>
    <p:extLst>
      <p:ext uri="{BB962C8B-B14F-4D97-AF65-F5344CB8AC3E}">
        <p14:creationId xmlns:p14="http://schemas.microsoft.com/office/powerpoint/2010/main" val="13343809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Layout FB Wirtschaft - Titelfolie">
    <p:spTree>
      <p:nvGrpSpPr>
        <p:cNvPr id="1" name=""/>
        <p:cNvGrpSpPr/>
        <p:nvPr/>
      </p:nvGrpSpPr>
      <p:grpSpPr>
        <a:xfrm>
          <a:off x="0" y="0"/>
          <a:ext cx="0" cy="0"/>
          <a:chOff x="0" y="0"/>
          <a:chExt cx="0" cy="0"/>
        </a:xfrm>
      </p:grpSpPr>
      <p:sp>
        <p:nvSpPr>
          <p:cNvPr id="3079" name="Rectangle 9"/>
          <p:cNvSpPr>
            <a:spLocks noChangeArrowheads="1"/>
          </p:cNvSpPr>
          <p:nvPr userDrawn="1"/>
        </p:nvSpPr>
        <p:spPr bwMode="auto">
          <a:xfrm>
            <a:off x="507600" y="1600200"/>
            <a:ext cx="11694586" cy="4792663"/>
          </a:xfrm>
          <a:prstGeom prst="rect">
            <a:avLst/>
          </a:prstGeom>
          <a:solidFill>
            <a:schemeClr val="accent1"/>
          </a:solidFill>
          <a:ln w="9525">
            <a:noFill/>
            <a:miter lim="800000"/>
            <a:headEnd/>
            <a:tailEnd/>
          </a:ln>
        </p:spPr>
        <p:txBody>
          <a:bodyPr wrap="none" anchor="ctr"/>
          <a:lstStyle/>
          <a:p>
            <a:pPr algn="ctr"/>
            <a:r>
              <a:rPr lang="de-DE" sz="2400">
                <a:solidFill>
                  <a:srgbClr val="CC0A2F"/>
                </a:solidFill>
              </a:rPr>
              <a:t>             </a:t>
            </a:r>
          </a:p>
        </p:txBody>
      </p:sp>
      <p:sp>
        <p:nvSpPr>
          <p:cNvPr id="3075" name="Rectangle 3"/>
          <p:cNvSpPr>
            <a:spLocks noGrp="1" noChangeArrowheads="1"/>
          </p:cNvSpPr>
          <p:nvPr>
            <p:ph type="subTitle" idx="1" hasCustomPrompt="1"/>
          </p:nvPr>
        </p:nvSpPr>
        <p:spPr>
          <a:xfrm>
            <a:off x="1278000" y="5313363"/>
            <a:ext cx="8534400" cy="609600"/>
          </a:xfrm>
        </p:spPr>
        <p:txBody>
          <a:bodyPr/>
          <a:lstStyle>
            <a:lvl1pPr marL="285750" marR="0" indent="-285750" algn="l" defTabSz="914400" rtl="0" eaLnBrk="1" fontAlgn="base" latinLnBrk="0" hangingPunct="1">
              <a:lnSpc>
                <a:spcPts val="1800"/>
              </a:lnSpc>
              <a:spcBef>
                <a:spcPts val="300"/>
              </a:spcBef>
              <a:spcAft>
                <a:spcPct val="0"/>
              </a:spcAft>
              <a:buClr>
                <a:schemeClr val="tx2"/>
              </a:buClr>
              <a:buSzTx/>
              <a:buFont typeface="Times" charset="0"/>
              <a:buNone/>
              <a:tabLst/>
              <a:defRPr sz="1400">
                <a:solidFill>
                  <a:srgbClr val="FFFFFF"/>
                </a:solidFill>
              </a:defRPr>
            </a:lvl1pPr>
          </a:lstStyle>
          <a:p>
            <a:r>
              <a:rPr lang="de-DE"/>
              <a:t>Dr. </a:t>
            </a:r>
            <a:r>
              <a:rPr lang="de-DE" err="1"/>
              <a:t>rer</a:t>
            </a:r>
            <a:r>
              <a:rPr lang="de-DE"/>
              <a:t>. pol Max Mustermann · </a:t>
            </a:r>
            <a:fld id="{B15953E2-1CAD-46A0-A666-3E8E0EC7E0E1}" type="datetime1">
              <a:rPr lang="de-DE" smtClean="0"/>
              <a:pPr/>
              <a:t>25.04.14</a:t>
            </a:fld>
            <a:endParaRPr lang="de-DE"/>
          </a:p>
          <a:p>
            <a:endParaRPr lang="de-DE"/>
          </a:p>
        </p:txBody>
      </p:sp>
      <p:sp>
        <p:nvSpPr>
          <p:cNvPr id="2" name="Rechteck 1"/>
          <p:cNvSpPr/>
          <p:nvPr userDrawn="1"/>
        </p:nvSpPr>
        <p:spPr bwMode="auto">
          <a:xfrm>
            <a:off x="0" y="6383867"/>
            <a:ext cx="12192000" cy="482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ahoma" charset="0"/>
              <a:ea typeface="ＭＳ Ｐゴシック" charset="-128"/>
            </a:endParaRPr>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400" y="0"/>
            <a:ext cx="3999220" cy="2043866"/>
          </a:xfrm>
          <a:prstGeom prst="rect">
            <a:avLst/>
          </a:prstGeom>
        </p:spPr>
      </p:pic>
      <p:sp>
        <p:nvSpPr>
          <p:cNvPr id="10" name="Fußzeilenplatzhalter 4"/>
          <p:cNvSpPr>
            <a:spLocks noGrp="1"/>
          </p:cNvSpPr>
          <p:nvPr>
            <p:ph type="ftr" sz="quarter" idx="3"/>
          </p:nvPr>
        </p:nvSpPr>
        <p:spPr>
          <a:xfrm>
            <a:off x="1265656" y="2397300"/>
            <a:ext cx="10202444" cy="1261361"/>
          </a:xfrm>
          <a:prstGeom prst="rect">
            <a:avLst/>
          </a:prstGeom>
        </p:spPr>
        <p:txBody>
          <a:bodyPr/>
          <a:lstStyle>
            <a:lvl1pPr>
              <a:defRPr sz="2400" b="1">
                <a:solidFill>
                  <a:schemeClr val="bg1"/>
                </a:solidFill>
                <a:latin typeface="Tahoma Bold"/>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181150612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Layout FB Wirtschaft - nur Text">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1266286" y="1495167"/>
            <a:ext cx="10200227" cy="4276800"/>
          </a:xfrm>
        </p:spPr>
        <p:txBody>
          <a:bodyPr anchor="t"/>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Textmasterformate durch Klicken bearbeiten</a:t>
            </a:r>
          </a:p>
        </p:txBody>
      </p:sp>
      <p:sp>
        <p:nvSpPr>
          <p:cNvPr id="8" name="Titel 1"/>
          <p:cNvSpPr>
            <a:spLocks noGrp="1"/>
          </p:cNvSpPr>
          <p:nvPr>
            <p:ph type="title"/>
          </p:nvPr>
        </p:nvSpPr>
        <p:spPr>
          <a:xfrm>
            <a:off x="1263967" y="611188"/>
            <a:ext cx="10202546" cy="685800"/>
          </a:xfrm>
        </p:spPr>
        <p:txBody>
          <a:bodyPr/>
          <a:lstStyle/>
          <a:p>
            <a:r>
              <a:rPr lang="de-DE"/>
              <a:t>Titelmasterformat durch Klicken bearbeiten</a:t>
            </a:r>
          </a:p>
        </p:txBody>
      </p:sp>
      <p:sp>
        <p:nvSpPr>
          <p:cNvPr id="6" name="Fußzeilenplatzhalter 4"/>
          <p:cNvSpPr>
            <a:spLocks noGrp="1"/>
          </p:cNvSpPr>
          <p:nvPr>
            <p:ph type="ftr" sz="quarter" idx="3"/>
          </p:nvPr>
        </p:nvSpPr>
        <p:spPr>
          <a:xfrm>
            <a:off x="403749" y="6445663"/>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
        <p:nvSpPr>
          <p:cNvPr id="10" name="Datumsplatzhalter 3"/>
          <p:cNvSpPr>
            <a:spLocks noGrp="1"/>
          </p:cNvSpPr>
          <p:nvPr>
            <p:ph type="dt" sz="half" idx="2"/>
          </p:nvPr>
        </p:nvSpPr>
        <p:spPr>
          <a:xfrm>
            <a:off x="10075693" y="6448154"/>
            <a:ext cx="1485704" cy="365125"/>
          </a:xfrm>
          <a:prstGeom prst="rect">
            <a:avLst/>
          </a:prstGeom>
        </p:spPr>
        <p:txBody>
          <a:bodyPr/>
          <a:lstStyle>
            <a:lvl1pPr algn="r">
              <a:defRPr sz="800">
                <a:solidFill>
                  <a:schemeClr val="bg1"/>
                </a:solidFill>
              </a:defRPr>
            </a:lvl1pPr>
          </a:lstStyle>
          <a:p>
            <a:r>
              <a:rPr lang="de-DE"/>
              <a:t>21.02.2014</a:t>
            </a:r>
          </a:p>
        </p:txBody>
      </p:sp>
    </p:spTree>
    <p:extLst>
      <p:ext uri="{BB962C8B-B14F-4D97-AF65-F5344CB8AC3E}">
        <p14:creationId xmlns:p14="http://schemas.microsoft.com/office/powerpoint/2010/main" val="138110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1.png"/><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image" Target="../media/image1.png"/><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2" name="Gruppieren 11"/>
          <p:cNvGrpSpPr/>
          <p:nvPr/>
        </p:nvGrpSpPr>
        <p:grpSpPr>
          <a:xfrm>
            <a:off x="212400" y="175100"/>
            <a:ext cx="2099289" cy="1034650"/>
            <a:chOff x="178196" y="175100"/>
            <a:chExt cx="2099289" cy="1034650"/>
          </a:xfrm>
        </p:grpSpPr>
        <p:pic>
          <p:nvPicPr>
            <p:cNvPr id="14" name="Grafik 13"/>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78196" y="175100"/>
              <a:ext cx="2099289" cy="1034650"/>
            </a:xfrm>
            <a:prstGeom prst="rect">
              <a:avLst/>
            </a:prstGeom>
          </p:spPr>
        </p:pic>
        <p:sp>
          <p:nvSpPr>
            <p:cNvPr id="17" name="Rechteck 16"/>
            <p:cNvSpPr/>
            <p:nvPr userDrawn="1"/>
          </p:nvSpPr>
          <p:spPr bwMode="auto">
            <a:xfrm>
              <a:off x="947807" y="403307"/>
              <a:ext cx="982735" cy="594925"/>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ahoma" charset="0"/>
                <a:ea typeface="ＭＳ Ｐゴシック" charset="-128"/>
              </a:endParaRPr>
            </a:p>
          </p:txBody>
        </p:sp>
      </p:grpSp>
      <p:sp>
        <p:nvSpPr>
          <p:cNvPr id="1037" name="Rectangle 13"/>
          <p:cNvSpPr>
            <a:spLocks noChangeArrowheads="1"/>
          </p:cNvSpPr>
          <p:nvPr/>
        </p:nvSpPr>
        <p:spPr bwMode="auto">
          <a:xfrm>
            <a:off x="0" y="6388100"/>
            <a:ext cx="12192000" cy="482600"/>
          </a:xfrm>
          <a:prstGeom prst="rect">
            <a:avLst/>
          </a:prstGeom>
          <a:solidFill>
            <a:schemeClr val="accent1"/>
          </a:solidFill>
          <a:ln w="9525">
            <a:noFill/>
            <a:miter lim="800000"/>
            <a:headEnd/>
            <a:tailEnd/>
          </a:ln>
        </p:spPr>
        <p:txBody>
          <a:bodyPr wrap="none" anchor="ctr"/>
          <a:lstStyle/>
          <a:p>
            <a:endParaRPr lang="de-DE" sz="2400"/>
          </a:p>
        </p:txBody>
      </p:sp>
      <p:sp>
        <p:nvSpPr>
          <p:cNvPr id="1026" name="Rectangle 2"/>
          <p:cNvSpPr>
            <a:spLocks noGrp="1" noChangeArrowheads="1"/>
          </p:cNvSpPr>
          <p:nvPr>
            <p:ph type="title"/>
          </p:nvPr>
        </p:nvSpPr>
        <p:spPr bwMode="auto">
          <a:xfrm>
            <a:off x="1261800" y="611188"/>
            <a:ext cx="10206300" cy="685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de-DE"/>
              <a:t>Mastertitelformat bearbeiten</a:t>
            </a:r>
          </a:p>
        </p:txBody>
      </p:sp>
      <p:sp>
        <p:nvSpPr>
          <p:cNvPr id="1027" name="Rectangle 3"/>
          <p:cNvSpPr>
            <a:spLocks noGrp="1" noChangeArrowheads="1"/>
          </p:cNvSpPr>
          <p:nvPr>
            <p:ph type="body" idx="1"/>
          </p:nvPr>
        </p:nvSpPr>
        <p:spPr bwMode="auto">
          <a:xfrm>
            <a:off x="1259684" y="1489075"/>
            <a:ext cx="10208416" cy="42783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 name="Foliennummernplatzhalter 5"/>
          <p:cNvSpPr txBox="1">
            <a:spLocks/>
          </p:cNvSpPr>
          <p:nvPr/>
        </p:nvSpPr>
        <p:spPr>
          <a:xfrm>
            <a:off x="8299451" y="6503988"/>
            <a:ext cx="2844800" cy="304800"/>
          </a:xfrm>
          <a:prstGeom prst="rect">
            <a:avLst/>
          </a:prstGeom>
        </p:spPr>
        <p:txBody>
          <a:bodyPr vert="horz" wrap="square" lIns="91440" tIns="45720" rIns="91440" bIns="45720" numCol="1" anchor="ctr" anchorCtr="0" compatLnSpc="1">
            <a:prstTxWarp prst="textNoShape">
              <a:avLst/>
            </a:prstTxWarp>
          </a:bodyPr>
          <a:lstStyle>
            <a:defPPr>
              <a:defRPr lang="de-DE"/>
            </a:defPPr>
            <a:lvl1pPr algn="r" rtl="0" eaLnBrk="1" fontAlgn="base" hangingPunct="1">
              <a:lnSpc>
                <a:spcPts val="1800"/>
              </a:lnSpc>
              <a:spcBef>
                <a:spcPct val="0"/>
              </a:spcBef>
              <a:spcAft>
                <a:spcPct val="0"/>
              </a:spcAft>
              <a:defRPr sz="800" kern="1200">
                <a:solidFill>
                  <a:schemeClr val="bg1"/>
                </a:solidFill>
                <a:latin typeface="Tahoma" charset="0"/>
                <a:ea typeface="ＭＳ Ｐゴシック" charset="-128"/>
                <a:cs typeface="+mn-cs"/>
              </a:defRPr>
            </a:lvl1pPr>
            <a:lvl2pPr marL="457200" algn="l" rtl="0" eaLnBrk="0" fontAlgn="base" hangingPunct="0">
              <a:spcBef>
                <a:spcPct val="0"/>
              </a:spcBef>
              <a:spcAft>
                <a:spcPct val="0"/>
              </a:spcAft>
              <a:defRPr sz="2400" kern="1200">
                <a:solidFill>
                  <a:schemeClr val="tx1"/>
                </a:solidFill>
                <a:latin typeface="Tahoma" charset="0"/>
                <a:ea typeface="ＭＳ Ｐゴシック" charset="-128"/>
                <a:cs typeface="+mn-cs"/>
              </a:defRPr>
            </a:lvl2pPr>
            <a:lvl3pPr marL="914400" algn="l" rtl="0" eaLnBrk="0" fontAlgn="base" hangingPunct="0">
              <a:spcBef>
                <a:spcPct val="0"/>
              </a:spcBef>
              <a:spcAft>
                <a:spcPct val="0"/>
              </a:spcAft>
              <a:defRPr sz="2400" kern="1200">
                <a:solidFill>
                  <a:schemeClr val="tx1"/>
                </a:solidFill>
                <a:latin typeface="Tahoma" charset="0"/>
                <a:ea typeface="ＭＳ Ｐゴシック" charset="-128"/>
                <a:cs typeface="+mn-cs"/>
              </a:defRPr>
            </a:lvl3pPr>
            <a:lvl4pPr marL="1371600" algn="l" rtl="0" eaLnBrk="0" fontAlgn="base" hangingPunct="0">
              <a:spcBef>
                <a:spcPct val="0"/>
              </a:spcBef>
              <a:spcAft>
                <a:spcPct val="0"/>
              </a:spcAft>
              <a:defRPr sz="2400" kern="1200">
                <a:solidFill>
                  <a:schemeClr val="tx1"/>
                </a:solidFill>
                <a:latin typeface="Tahoma" charset="0"/>
                <a:ea typeface="ＭＳ Ｐゴシック" charset="-128"/>
                <a:cs typeface="+mn-cs"/>
              </a:defRPr>
            </a:lvl4pPr>
            <a:lvl5pPr marL="1828800" algn="l" rtl="0" eaLnBrk="0" fontAlgn="base" hangingPunct="0">
              <a:spcBef>
                <a:spcPct val="0"/>
              </a:spcBef>
              <a:spcAft>
                <a:spcPct val="0"/>
              </a:spcAft>
              <a:defRPr sz="2400" kern="1200">
                <a:solidFill>
                  <a:schemeClr val="tx1"/>
                </a:solidFill>
                <a:latin typeface="Tahoma" charset="0"/>
                <a:ea typeface="ＭＳ Ｐゴシック" charset="-128"/>
                <a:cs typeface="+mn-cs"/>
              </a:defRPr>
            </a:lvl5pPr>
            <a:lvl6pPr marL="2286000" algn="l" defTabSz="914400" rtl="0" eaLnBrk="1" latinLnBrk="0" hangingPunct="1">
              <a:defRPr sz="2400" kern="1200">
                <a:solidFill>
                  <a:schemeClr val="tx1"/>
                </a:solidFill>
                <a:latin typeface="Tahoma" charset="0"/>
                <a:ea typeface="ＭＳ Ｐゴシック" charset="-128"/>
                <a:cs typeface="+mn-cs"/>
              </a:defRPr>
            </a:lvl6pPr>
            <a:lvl7pPr marL="2743200" algn="l" defTabSz="914400" rtl="0" eaLnBrk="1" latinLnBrk="0" hangingPunct="1">
              <a:defRPr sz="2400" kern="1200">
                <a:solidFill>
                  <a:schemeClr val="tx1"/>
                </a:solidFill>
                <a:latin typeface="Tahoma" charset="0"/>
                <a:ea typeface="ＭＳ Ｐゴシック" charset="-128"/>
                <a:cs typeface="+mn-cs"/>
              </a:defRPr>
            </a:lvl7pPr>
            <a:lvl8pPr marL="3200400" algn="l" defTabSz="914400" rtl="0" eaLnBrk="1" latinLnBrk="0" hangingPunct="1">
              <a:defRPr sz="2400" kern="1200">
                <a:solidFill>
                  <a:schemeClr val="tx1"/>
                </a:solidFill>
                <a:latin typeface="Tahoma" charset="0"/>
                <a:ea typeface="ＭＳ Ｐゴシック" charset="-128"/>
                <a:cs typeface="+mn-cs"/>
              </a:defRPr>
            </a:lvl8pPr>
            <a:lvl9pPr marL="3657600" algn="l" defTabSz="914400" rtl="0" eaLnBrk="1" latinLnBrk="0" hangingPunct="1">
              <a:defRPr sz="2400" kern="1200">
                <a:solidFill>
                  <a:schemeClr val="tx1"/>
                </a:solidFill>
                <a:latin typeface="Tahoma" charset="0"/>
                <a:ea typeface="ＭＳ Ｐゴシック" charset="-128"/>
                <a:cs typeface="+mn-cs"/>
              </a:defRPr>
            </a:lvl9pPr>
          </a:lstStyle>
          <a:p>
            <a:r>
              <a:rPr lang="de-DE" sz="800"/>
              <a:t> </a:t>
            </a:r>
          </a:p>
        </p:txBody>
      </p:sp>
      <p:sp>
        <p:nvSpPr>
          <p:cNvPr id="13" name="Foliennummernplatzhalter 5"/>
          <p:cNvSpPr txBox="1">
            <a:spLocks/>
          </p:cNvSpPr>
          <p:nvPr/>
        </p:nvSpPr>
        <p:spPr>
          <a:xfrm>
            <a:off x="10406961" y="6530179"/>
            <a:ext cx="1160004" cy="304800"/>
          </a:xfrm>
          <a:prstGeom prst="rect">
            <a:avLst/>
          </a:prstGeom>
        </p:spPr>
        <p:txBody>
          <a:bodyPr vert="horz" wrap="square" lIns="91440" tIns="45720" rIns="91440" bIns="45720" numCol="1" anchor="ctr" anchorCtr="0" compatLnSpc="1">
            <a:prstTxWarp prst="textNoShape">
              <a:avLst/>
            </a:prstTxWarp>
          </a:bodyPr>
          <a:lstStyle>
            <a:defPPr>
              <a:defRPr lang="de-DE"/>
            </a:defPPr>
            <a:lvl1pPr algn="r" rtl="0" eaLnBrk="1" fontAlgn="base" hangingPunct="1">
              <a:lnSpc>
                <a:spcPts val="1800"/>
              </a:lnSpc>
              <a:spcBef>
                <a:spcPct val="0"/>
              </a:spcBef>
              <a:spcAft>
                <a:spcPct val="0"/>
              </a:spcAft>
              <a:defRPr sz="800" kern="1200">
                <a:solidFill>
                  <a:schemeClr val="bg1"/>
                </a:solidFill>
                <a:latin typeface="Tahoma" charset="0"/>
                <a:ea typeface="ＭＳ Ｐゴシック" charset="-128"/>
                <a:cs typeface="+mn-cs"/>
              </a:defRPr>
            </a:lvl1pPr>
            <a:lvl2pPr marL="457200" algn="l" rtl="0" eaLnBrk="0" fontAlgn="base" hangingPunct="0">
              <a:spcBef>
                <a:spcPct val="0"/>
              </a:spcBef>
              <a:spcAft>
                <a:spcPct val="0"/>
              </a:spcAft>
              <a:defRPr sz="2400" kern="1200">
                <a:solidFill>
                  <a:schemeClr val="tx1"/>
                </a:solidFill>
                <a:latin typeface="Tahoma" charset="0"/>
                <a:ea typeface="ＭＳ Ｐゴシック" charset="-128"/>
                <a:cs typeface="+mn-cs"/>
              </a:defRPr>
            </a:lvl2pPr>
            <a:lvl3pPr marL="914400" algn="l" rtl="0" eaLnBrk="0" fontAlgn="base" hangingPunct="0">
              <a:spcBef>
                <a:spcPct val="0"/>
              </a:spcBef>
              <a:spcAft>
                <a:spcPct val="0"/>
              </a:spcAft>
              <a:defRPr sz="2400" kern="1200">
                <a:solidFill>
                  <a:schemeClr val="tx1"/>
                </a:solidFill>
                <a:latin typeface="Tahoma" charset="0"/>
                <a:ea typeface="ＭＳ Ｐゴシック" charset="-128"/>
                <a:cs typeface="+mn-cs"/>
              </a:defRPr>
            </a:lvl3pPr>
            <a:lvl4pPr marL="1371600" algn="l" rtl="0" eaLnBrk="0" fontAlgn="base" hangingPunct="0">
              <a:spcBef>
                <a:spcPct val="0"/>
              </a:spcBef>
              <a:spcAft>
                <a:spcPct val="0"/>
              </a:spcAft>
              <a:defRPr sz="2400" kern="1200">
                <a:solidFill>
                  <a:schemeClr val="tx1"/>
                </a:solidFill>
                <a:latin typeface="Tahoma" charset="0"/>
                <a:ea typeface="ＭＳ Ｐゴシック" charset="-128"/>
                <a:cs typeface="+mn-cs"/>
              </a:defRPr>
            </a:lvl4pPr>
            <a:lvl5pPr marL="1828800" algn="l" rtl="0" eaLnBrk="0" fontAlgn="base" hangingPunct="0">
              <a:spcBef>
                <a:spcPct val="0"/>
              </a:spcBef>
              <a:spcAft>
                <a:spcPct val="0"/>
              </a:spcAft>
              <a:defRPr sz="2400" kern="1200">
                <a:solidFill>
                  <a:schemeClr val="tx1"/>
                </a:solidFill>
                <a:latin typeface="Tahoma" charset="0"/>
                <a:ea typeface="ＭＳ Ｐゴシック" charset="-128"/>
                <a:cs typeface="+mn-cs"/>
              </a:defRPr>
            </a:lvl5pPr>
            <a:lvl6pPr marL="2286000" algn="l" defTabSz="914400" rtl="0" eaLnBrk="1" latinLnBrk="0" hangingPunct="1">
              <a:defRPr sz="2400" kern="1200">
                <a:solidFill>
                  <a:schemeClr val="tx1"/>
                </a:solidFill>
                <a:latin typeface="Tahoma" charset="0"/>
                <a:ea typeface="ＭＳ Ｐゴシック" charset="-128"/>
                <a:cs typeface="+mn-cs"/>
              </a:defRPr>
            </a:lvl6pPr>
            <a:lvl7pPr marL="2743200" algn="l" defTabSz="914400" rtl="0" eaLnBrk="1" latinLnBrk="0" hangingPunct="1">
              <a:defRPr sz="2400" kern="1200">
                <a:solidFill>
                  <a:schemeClr val="tx1"/>
                </a:solidFill>
                <a:latin typeface="Tahoma" charset="0"/>
                <a:ea typeface="ＭＳ Ｐゴシック" charset="-128"/>
                <a:cs typeface="+mn-cs"/>
              </a:defRPr>
            </a:lvl7pPr>
            <a:lvl8pPr marL="3200400" algn="l" defTabSz="914400" rtl="0" eaLnBrk="1" latinLnBrk="0" hangingPunct="1">
              <a:defRPr sz="2400" kern="1200">
                <a:solidFill>
                  <a:schemeClr val="tx1"/>
                </a:solidFill>
                <a:latin typeface="Tahoma" charset="0"/>
                <a:ea typeface="ＭＳ Ｐゴシック" charset="-128"/>
                <a:cs typeface="+mn-cs"/>
              </a:defRPr>
            </a:lvl8pPr>
            <a:lvl9pPr marL="3657600" algn="l" defTabSz="914400" rtl="0" eaLnBrk="1" latinLnBrk="0" hangingPunct="1">
              <a:defRPr sz="2400" kern="1200">
                <a:solidFill>
                  <a:schemeClr val="tx1"/>
                </a:solidFill>
                <a:latin typeface="Tahoma" charset="0"/>
                <a:ea typeface="ＭＳ Ｐゴシック" charset="-128"/>
                <a:cs typeface="+mn-cs"/>
              </a:defRPr>
            </a:lvl9pPr>
          </a:lstStyle>
          <a:p>
            <a:fld id="{5DED060F-19F4-442E-A379-C745E70E6A6B}" type="slidenum">
              <a:rPr lang="de-DE" sz="800" smtClean="0"/>
              <a:pPr/>
              <a:t>‹#›</a:t>
            </a:fld>
            <a:r>
              <a:rPr lang="de-DE" sz="800"/>
              <a:t> </a:t>
            </a:r>
          </a:p>
        </p:txBody>
      </p:sp>
      <p:sp>
        <p:nvSpPr>
          <p:cNvPr id="16" name="Datumsplatzhalter 3"/>
          <p:cNvSpPr>
            <a:spLocks noGrp="1"/>
          </p:cNvSpPr>
          <p:nvPr>
            <p:ph type="dt" sz="half" idx="2"/>
          </p:nvPr>
        </p:nvSpPr>
        <p:spPr>
          <a:xfrm>
            <a:off x="10077936" y="6448154"/>
            <a:ext cx="1485704" cy="365125"/>
          </a:xfrm>
          <a:prstGeom prst="rect">
            <a:avLst/>
          </a:prstGeom>
        </p:spPr>
        <p:txBody>
          <a:bodyPr/>
          <a:lstStyle>
            <a:lvl1pPr algn="r">
              <a:defRPr sz="800">
                <a:solidFill>
                  <a:schemeClr val="bg1"/>
                </a:solidFill>
              </a:defRPr>
            </a:lvl1pPr>
          </a:lstStyle>
          <a:p>
            <a:r>
              <a:rPr lang="de-DE"/>
              <a:t>21.02.2014</a:t>
            </a:r>
          </a:p>
        </p:txBody>
      </p:sp>
      <p:sp>
        <p:nvSpPr>
          <p:cNvPr id="18" name="Text Box 16"/>
          <p:cNvSpPr txBox="1">
            <a:spLocks noChangeArrowheads="1"/>
          </p:cNvSpPr>
          <p:nvPr userDrawn="1"/>
        </p:nvSpPr>
        <p:spPr bwMode="auto">
          <a:xfrm>
            <a:off x="430558" y="6593344"/>
            <a:ext cx="6502400" cy="215444"/>
          </a:xfrm>
          <a:prstGeom prst="rect">
            <a:avLst/>
          </a:prstGeom>
          <a:noFill/>
          <a:ln w="9525">
            <a:noFill/>
            <a:miter lim="800000"/>
            <a:headEnd/>
            <a:tailEnd/>
          </a:ln>
        </p:spPr>
        <p:txBody>
          <a:bodyPr>
            <a:spAutoFit/>
          </a:bodyPr>
          <a:lstStyle/>
          <a:p>
            <a:pPr>
              <a:spcBef>
                <a:spcPct val="50000"/>
              </a:spcBef>
            </a:pPr>
            <a:r>
              <a:rPr lang="de-DE" sz="800">
                <a:solidFill>
                  <a:schemeClr val="bg1"/>
                </a:solidFill>
              </a:rPr>
              <a:t>Technische Hochschule Brandenburg · University </a:t>
            </a:r>
            <a:r>
              <a:rPr lang="de-DE" sz="800" err="1">
                <a:solidFill>
                  <a:schemeClr val="bg1"/>
                </a:solidFill>
              </a:rPr>
              <a:t>of</a:t>
            </a:r>
            <a:r>
              <a:rPr lang="de-DE" sz="800">
                <a:solidFill>
                  <a:schemeClr val="bg1"/>
                </a:solidFill>
              </a:rPr>
              <a:t> Applied </a:t>
            </a:r>
            <a:r>
              <a:rPr lang="de-DE" sz="800" err="1">
                <a:solidFill>
                  <a:schemeClr val="bg1"/>
                </a:solidFill>
              </a:rPr>
              <a:t>Sciences</a:t>
            </a:r>
            <a:endParaRPr lang="de-DE" sz="800">
              <a:solidFill>
                <a:schemeClr val="bg1"/>
              </a:solidFill>
            </a:endParaRPr>
          </a:p>
        </p:txBody>
      </p:sp>
      <p:sp>
        <p:nvSpPr>
          <p:cNvPr id="19" name="Fußzeilenplatzhalter 4"/>
          <p:cNvSpPr>
            <a:spLocks noGrp="1"/>
          </p:cNvSpPr>
          <p:nvPr>
            <p:ph type="ftr" sz="quarter" idx="3"/>
          </p:nvPr>
        </p:nvSpPr>
        <p:spPr>
          <a:xfrm>
            <a:off x="422639" y="6446837"/>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3748645808"/>
      </p:ext>
    </p:extLst>
  </p:cSld>
  <p:clrMap bg1="dk1" tx1="lt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705" r:id="rId10"/>
    <p:sldLayoutId id="2147483706" r:id="rId11"/>
  </p:sldLayoutIdLst>
  <p:hf sldNum="0" hdr="0"/>
  <p:txStyles>
    <p:titleStyle>
      <a:lvl1pPr algn="l" rtl="0" fontAlgn="base">
        <a:lnSpc>
          <a:spcPts val="2500"/>
        </a:lnSpc>
        <a:spcBef>
          <a:spcPct val="0"/>
        </a:spcBef>
        <a:spcAft>
          <a:spcPct val="0"/>
        </a:spcAft>
        <a:defRPr sz="2100" b="1">
          <a:solidFill>
            <a:schemeClr val="tx2"/>
          </a:solidFill>
          <a:latin typeface="+mj-lt"/>
          <a:ea typeface="+mj-ea"/>
          <a:cs typeface="+mj-cs"/>
        </a:defRPr>
      </a:lvl1pPr>
      <a:lvl2pPr algn="l" rtl="0" fontAlgn="base">
        <a:lnSpc>
          <a:spcPts val="2500"/>
        </a:lnSpc>
        <a:spcBef>
          <a:spcPct val="0"/>
        </a:spcBef>
        <a:spcAft>
          <a:spcPct val="0"/>
        </a:spcAft>
        <a:defRPr sz="2100">
          <a:solidFill>
            <a:srgbClr val="CE1126"/>
          </a:solidFill>
          <a:latin typeface="Tahoma Bold" charset="0"/>
          <a:ea typeface="ＭＳ Ｐゴシック" charset="-128"/>
        </a:defRPr>
      </a:lvl2pPr>
      <a:lvl3pPr algn="l" rtl="0" fontAlgn="base">
        <a:lnSpc>
          <a:spcPts val="2500"/>
        </a:lnSpc>
        <a:spcBef>
          <a:spcPct val="0"/>
        </a:spcBef>
        <a:spcAft>
          <a:spcPct val="0"/>
        </a:spcAft>
        <a:defRPr sz="2100">
          <a:solidFill>
            <a:srgbClr val="CE1126"/>
          </a:solidFill>
          <a:latin typeface="Tahoma Bold" charset="0"/>
          <a:ea typeface="ＭＳ Ｐゴシック" charset="-128"/>
        </a:defRPr>
      </a:lvl3pPr>
      <a:lvl4pPr algn="l" rtl="0" fontAlgn="base">
        <a:lnSpc>
          <a:spcPts val="2500"/>
        </a:lnSpc>
        <a:spcBef>
          <a:spcPct val="0"/>
        </a:spcBef>
        <a:spcAft>
          <a:spcPct val="0"/>
        </a:spcAft>
        <a:defRPr sz="2100">
          <a:solidFill>
            <a:srgbClr val="CE1126"/>
          </a:solidFill>
          <a:latin typeface="Tahoma Bold" charset="0"/>
          <a:ea typeface="ＭＳ Ｐゴシック" charset="-128"/>
        </a:defRPr>
      </a:lvl4pPr>
      <a:lvl5pPr algn="l" rtl="0" fontAlgn="base">
        <a:lnSpc>
          <a:spcPts val="2500"/>
        </a:lnSpc>
        <a:spcBef>
          <a:spcPct val="0"/>
        </a:spcBef>
        <a:spcAft>
          <a:spcPct val="0"/>
        </a:spcAft>
        <a:defRPr sz="2100">
          <a:solidFill>
            <a:srgbClr val="CE1126"/>
          </a:solidFill>
          <a:latin typeface="Tahoma Bold" charset="0"/>
          <a:ea typeface="ＭＳ Ｐゴシック" charset="-128"/>
        </a:defRPr>
      </a:lvl5pPr>
      <a:lvl6pPr marL="457200" algn="l" rtl="0" fontAlgn="base">
        <a:lnSpc>
          <a:spcPts val="2500"/>
        </a:lnSpc>
        <a:spcBef>
          <a:spcPct val="0"/>
        </a:spcBef>
        <a:spcAft>
          <a:spcPct val="0"/>
        </a:spcAft>
        <a:defRPr sz="2100">
          <a:solidFill>
            <a:srgbClr val="CE1126"/>
          </a:solidFill>
          <a:latin typeface="Tahoma Bold" charset="0"/>
          <a:ea typeface="ＭＳ Ｐゴシック" charset="-128"/>
        </a:defRPr>
      </a:lvl6pPr>
      <a:lvl7pPr marL="914400" algn="l" rtl="0" fontAlgn="base">
        <a:lnSpc>
          <a:spcPts val="2500"/>
        </a:lnSpc>
        <a:spcBef>
          <a:spcPct val="0"/>
        </a:spcBef>
        <a:spcAft>
          <a:spcPct val="0"/>
        </a:spcAft>
        <a:defRPr sz="2100">
          <a:solidFill>
            <a:srgbClr val="CE1126"/>
          </a:solidFill>
          <a:latin typeface="Tahoma Bold" charset="0"/>
          <a:ea typeface="ＭＳ Ｐゴシック" charset="-128"/>
        </a:defRPr>
      </a:lvl7pPr>
      <a:lvl8pPr marL="1371600" algn="l" rtl="0" fontAlgn="base">
        <a:lnSpc>
          <a:spcPts val="2500"/>
        </a:lnSpc>
        <a:spcBef>
          <a:spcPct val="0"/>
        </a:spcBef>
        <a:spcAft>
          <a:spcPct val="0"/>
        </a:spcAft>
        <a:defRPr sz="2100">
          <a:solidFill>
            <a:srgbClr val="CE1126"/>
          </a:solidFill>
          <a:latin typeface="Tahoma Bold" charset="0"/>
          <a:ea typeface="ＭＳ Ｐゴシック" charset="-128"/>
        </a:defRPr>
      </a:lvl8pPr>
      <a:lvl9pPr marL="1828800" algn="l" rtl="0" fontAlgn="base">
        <a:lnSpc>
          <a:spcPts val="2500"/>
        </a:lnSpc>
        <a:spcBef>
          <a:spcPct val="0"/>
        </a:spcBef>
        <a:spcAft>
          <a:spcPct val="0"/>
        </a:spcAft>
        <a:defRPr sz="2100">
          <a:solidFill>
            <a:srgbClr val="CE1126"/>
          </a:solidFill>
          <a:latin typeface="Tahoma Bold" charset="0"/>
          <a:ea typeface="ＭＳ Ｐゴシック" charset="-128"/>
        </a:defRPr>
      </a:lvl9pPr>
    </p:titleStyle>
    <p:bodyStyle>
      <a:lvl1pPr marL="285750" indent="-285750" algn="l" rtl="0" fontAlgn="base">
        <a:lnSpc>
          <a:spcPts val="2400"/>
        </a:lnSpc>
        <a:spcBef>
          <a:spcPct val="20000"/>
        </a:spcBef>
        <a:spcAft>
          <a:spcPct val="0"/>
        </a:spcAft>
        <a:buClr>
          <a:schemeClr val="accent1"/>
        </a:buClr>
        <a:buFont typeface="Wingdings" panose="05000000000000000000" pitchFamily="2" charset="2"/>
        <a:buChar char="§"/>
        <a:defRPr baseline="0">
          <a:solidFill>
            <a:schemeClr val="tx1"/>
          </a:solidFill>
          <a:latin typeface="+mn-lt"/>
          <a:ea typeface="+mn-ea"/>
          <a:cs typeface="+mn-cs"/>
        </a:defRPr>
      </a:lvl1pPr>
      <a:lvl2pPr marL="808038" indent="-285750" algn="l" rtl="0" fontAlgn="base">
        <a:lnSpc>
          <a:spcPts val="2400"/>
        </a:lnSpc>
        <a:spcBef>
          <a:spcPct val="20000"/>
        </a:spcBef>
        <a:spcAft>
          <a:spcPct val="0"/>
        </a:spcAft>
        <a:buClr>
          <a:schemeClr val="accent1"/>
        </a:buClr>
        <a:buFont typeface="Wingdings" panose="05000000000000000000" pitchFamily="2" charset="2"/>
        <a:buChar char="§"/>
        <a:defRPr>
          <a:solidFill>
            <a:schemeClr val="tx1"/>
          </a:solidFill>
          <a:latin typeface="+mn-lt"/>
          <a:ea typeface="+mn-ea"/>
        </a:defRPr>
      </a:lvl2pPr>
      <a:lvl3pPr marL="1257300" indent="-258763" algn="l" rtl="0" fontAlgn="base">
        <a:lnSpc>
          <a:spcPts val="2400"/>
        </a:lnSpc>
        <a:spcBef>
          <a:spcPct val="20000"/>
        </a:spcBef>
        <a:spcAft>
          <a:spcPct val="0"/>
        </a:spcAft>
        <a:buClr>
          <a:schemeClr val="accent1"/>
        </a:buClr>
        <a:buFont typeface="Wingdings" panose="05000000000000000000" pitchFamily="2" charset="2"/>
        <a:buChar char="§"/>
        <a:defRPr>
          <a:solidFill>
            <a:schemeClr val="tx1"/>
          </a:solidFill>
          <a:latin typeface="+mn-lt"/>
          <a:ea typeface="+mn-ea"/>
        </a:defRPr>
      </a:lvl3pPr>
      <a:lvl4pPr marL="1704975" indent="-287338" algn="l" rtl="0" fontAlgn="base">
        <a:lnSpc>
          <a:spcPts val="2400"/>
        </a:lnSpc>
        <a:spcBef>
          <a:spcPct val="20000"/>
        </a:spcBef>
        <a:spcAft>
          <a:spcPct val="0"/>
        </a:spcAft>
        <a:buClr>
          <a:schemeClr val="accent1"/>
        </a:buClr>
        <a:buFont typeface="Wingdings" panose="05000000000000000000" pitchFamily="2" charset="2"/>
        <a:buChar char="§"/>
        <a:defRPr>
          <a:solidFill>
            <a:schemeClr val="tx1"/>
          </a:solidFill>
          <a:latin typeface="+mn-lt"/>
          <a:ea typeface="+mn-ea"/>
        </a:defRPr>
      </a:lvl4pPr>
      <a:lvl5pPr marL="2152650" indent="-315913" algn="l" rtl="0" fontAlgn="base">
        <a:lnSpc>
          <a:spcPts val="2400"/>
        </a:lnSpc>
        <a:spcBef>
          <a:spcPct val="20000"/>
        </a:spcBef>
        <a:spcAft>
          <a:spcPct val="0"/>
        </a:spcAft>
        <a:buClr>
          <a:schemeClr val="accent1"/>
        </a:buClr>
        <a:buFont typeface="Wingdings" panose="05000000000000000000" pitchFamily="2" charset="2"/>
        <a:buChar char="§"/>
        <a:defRPr>
          <a:solidFill>
            <a:schemeClr val="tx1"/>
          </a:solidFill>
          <a:latin typeface="+mn-lt"/>
          <a:ea typeface="+mn-ea"/>
        </a:defRPr>
      </a:lvl5pPr>
      <a:lvl6pPr marL="2522538" indent="-228600" algn="l" rtl="0" fontAlgn="base">
        <a:lnSpc>
          <a:spcPts val="2400"/>
        </a:lnSpc>
        <a:spcBef>
          <a:spcPct val="20000"/>
        </a:spcBef>
        <a:spcAft>
          <a:spcPct val="0"/>
        </a:spcAft>
        <a:buClr>
          <a:srgbClr val="CE1126"/>
        </a:buClr>
        <a:buFont typeface="Times" charset="0"/>
        <a:buChar char="•"/>
        <a:defRPr>
          <a:solidFill>
            <a:schemeClr val="tx1"/>
          </a:solidFill>
          <a:latin typeface="+mn-lt"/>
          <a:ea typeface="+mn-ea"/>
        </a:defRPr>
      </a:lvl6pPr>
      <a:lvl7pPr marL="2979738" indent="-228600" algn="l" rtl="0" fontAlgn="base">
        <a:lnSpc>
          <a:spcPts val="2400"/>
        </a:lnSpc>
        <a:spcBef>
          <a:spcPct val="20000"/>
        </a:spcBef>
        <a:spcAft>
          <a:spcPct val="0"/>
        </a:spcAft>
        <a:buClr>
          <a:srgbClr val="CE1126"/>
        </a:buClr>
        <a:buFont typeface="Times" charset="0"/>
        <a:buChar char="•"/>
        <a:defRPr>
          <a:solidFill>
            <a:schemeClr val="tx1"/>
          </a:solidFill>
          <a:latin typeface="+mn-lt"/>
          <a:ea typeface="+mn-ea"/>
        </a:defRPr>
      </a:lvl7pPr>
      <a:lvl8pPr marL="3436938" indent="-228600" algn="l" rtl="0" fontAlgn="base">
        <a:lnSpc>
          <a:spcPts val="2400"/>
        </a:lnSpc>
        <a:spcBef>
          <a:spcPct val="20000"/>
        </a:spcBef>
        <a:spcAft>
          <a:spcPct val="0"/>
        </a:spcAft>
        <a:buClr>
          <a:srgbClr val="CE1126"/>
        </a:buClr>
        <a:buFont typeface="Times" charset="0"/>
        <a:buChar char="•"/>
        <a:defRPr>
          <a:solidFill>
            <a:schemeClr val="tx1"/>
          </a:solidFill>
          <a:latin typeface="+mn-lt"/>
          <a:ea typeface="+mn-ea"/>
        </a:defRPr>
      </a:lvl8pPr>
      <a:lvl9pPr marL="3894138" indent="-228600" algn="l" rtl="0" fontAlgn="base">
        <a:lnSpc>
          <a:spcPts val="2400"/>
        </a:lnSpc>
        <a:spcBef>
          <a:spcPct val="20000"/>
        </a:spcBef>
        <a:spcAft>
          <a:spcPct val="0"/>
        </a:spcAft>
        <a:buClr>
          <a:srgbClr val="CE1126"/>
        </a:buClr>
        <a:buFont typeface="Times" charset="0"/>
        <a:buChar char="•"/>
        <a:defRPr>
          <a:solidFill>
            <a:schemeClr val="tx1"/>
          </a:solidFill>
          <a:latin typeface="+mn-lt"/>
          <a:ea typeface="+mn-ea"/>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7" userDrawn="1">
          <p15:clr>
            <a:srgbClr val="F26B43"/>
          </p15:clr>
        </p15:guide>
        <p15:guide id="2" pos="861" userDrawn="1">
          <p15:clr>
            <a:srgbClr val="F26B43"/>
          </p15:clr>
        </p15:guide>
        <p15:guide id="3" pos="7224" userDrawn="1">
          <p15:clr>
            <a:srgbClr val="F26B43"/>
          </p15:clr>
        </p15:guide>
        <p15:guide id="4" orient="horz" pos="100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2" name="Gruppieren 11"/>
          <p:cNvGrpSpPr/>
          <p:nvPr/>
        </p:nvGrpSpPr>
        <p:grpSpPr>
          <a:xfrm>
            <a:off x="212400" y="175100"/>
            <a:ext cx="2099289" cy="1034650"/>
            <a:chOff x="178196" y="175100"/>
            <a:chExt cx="2099289" cy="1034650"/>
          </a:xfrm>
        </p:grpSpPr>
        <p:pic>
          <p:nvPicPr>
            <p:cNvPr id="14" name="Grafik 13"/>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178196" y="175100"/>
              <a:ext cx="2099289" cy="1034650"/>
            </a:xfrm>
            <a:prstGeom prst="rect">
              <a:avLst/>
            </a:prstGeom>
          </p:spPr>
        </p:pic>
        <p:sp>
          <p:nvSpPr>
            <p:cNvPr id="15" name="Rechteck 14"/>
            <p:cNvSpPr/>
            <p:nvPr userDrawn="1"/>
          </p:nvSpPr>
          <p:spPr bwMode="auto">
            <a:xfrm>
              <a:off x="947807" y="403307"/>
              <a:ext cx="982735" cy="594925"/>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ahoma" charset="0"/>
                <a:ea typeface="ＭＳ Ｐゴシック" charset="-128"/>
              </a:endParaRPr>
            </a:p>
          </p:txBody>
        </p:sp>
      </p:grpSp>
      <p:sp>
        <p:nvSpPr>
          <p:cNvPr id="1037" name="Rectangle 13"/>
          <p:cNvSpPr>
            <a:spLocks noChangeArrowheads="1"/>
          </p:cNvSpPr>
          <p:nvPr userDrawn="1"/>
        </p:nvSpPr>
        <p:spPr bwMode="auto">
          <a:xfrm>
            <a:off x="0" y="6388100"/>
            <a:ext cx="12192000" cy="482600"/>
          </a:xfrm>
          <a:prstGeom prst="rect">
            <a:avLst/>
          </a:prstGeom>
          <a:solidFill>
            <a:schemeClr val="accent1"/>
          </a:solidFill>
          <a:ln w="9525">
            <a:noFill/>
            <a:miter lim="800000"/>
            <a:headEnd/>
            <a:tailEnd/>
          </a:ln>
        </p:spPr>
        <p:txBody>
          <a:bodyPr wrap="none" anchor="ctr"/>
          <a:lstStyle/>
          <a:p>
            <a:endParaRPr lang="de-DE" sz="2400"/>
          </a:p>
        </p:txBody>
      </p:sp>
      <p:sp>
        <p:nvSpPr>
          <p:cNvPr id="1026" name="Rectangle 2"/>
          <p:cNvSpPr>
            <a:spLocks noGrp="1" noChangeArrowheads="1"/>
          </p:cNvSpPr>
          <p:nvPr>
            <p:ph type="title"/>
          </p:nvPr>
        </p:nvSpPr>
        <p:spPr bwMode="auto">
          <a:xfrm>
            <a:off x="1268900" y="611188"/>
            <a:ext cx="10197613" cy="685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de-DE"/>
              <a:t>Mastertitelformat bearbeiten</a:t>
            </a:r>
          </a:p>
        </p:txBody>
      </p:sp>
      <p:sp>
        <p:nvSpPr>
          <p:cNvPr id="1027" name="Rectangle 3"/>
          <p:cNvSpPr>
            <a:spLocks noGrp="1" noChangeArrowheads="1"/>
          </p:cNvSpPr>
          <p:nvPr>
            <p:ph type="body" idx="1"/>
          </p:nvPr>
        </p:nvSpPr>
        <p:spPr bwMode="auto">
          <a:xfrm>
            <a:off x="1266784" y="1489075"/>
            <a:ext cx="10199729" cy="42783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 name="Foliennummernplatzhalter 5"/>
          <p:cNvSpPr txBox="1">
            <a:spLocks/>
          </p:cNvSpPr>
          <p:nvPr/>
        </p:nvSpPr>
        <p:spPr>
          <a:xfrm>
            <a:off x="8299451" y="6503988"/>
            <a:ext cx="2844800" cy="304800"/>
          </a:xfrm>
          <a:prstGeom prst="rect">
            <a:avLst/>
          </a:prstGeom>
        </p:spPr>
        <p:txBody>
          <a:bodyPr vert="horz" wrap="square" lIns="91440" tIns="45720" rIns="91440" bIns="45720" numCol="1" anchor="ctr" anchorCtr="0" compatLnSpc="1">
            <a:prstTxWarp prst="textNoShape">
              <a:avLst/>
            </a:prstTxWarp>
          </a:bodyPr>
          <a:lstStyle>
            <a:defPPr>
              <a:defRPr lang="de-DE"/>
            </a:defPPr>
            <a:lvl1pPr algn="r" rtl="0" eaLnBrk="1" fontAlgn="base" hangingPunct="1">
              <a:lnSpc>
                <a:spcPts val="1800"/>
              </a:lnSpc>
              <a:spcBef>
                <a:spcPct val="0"/>
              </a:spcBef>
              <a:spcAft>
                <a:spcPct val="0"/>
              </a:spcAft>
              <a:defRPr sz="800" kern="1200">
                <a:solidFill>
                  <a:schemeClr val="bg1"/>
                </a:solidFill>
                <a:latin typeface="Tahoma" charset="0"/>
                <a:ea typeface="ＭＳ Ｐゴシック" charset="-128"/>
                <a:cs typeface="+mn-cs"/>
              </a:defRPr>
            </a:lvl1pPr>
            <a:lvl2pPr marL="457200" algn="l" rtl="0" eaLnBrk="0" fontAlgn="base" hangingPunct="0">
              <a:spcBef>
                <a:spcPct val="0"/>
              </a:spcBef>
              <a:spcAft>
                <a:spcPct val="0"/>
              </a:spcAft>
              <a:defRPr sz="2400" kern="1200">
                <a:solidFill>
                  <a:schemeClr val="tx1"/>
                </a:solidFill>
                <a:latin typeface="Tahoma" charset="0"/>
                <a:ea typeface="ＭＳ Ｐゴシック" charset="-128"/>
                <a:cs typeface="+mn-cs"/>
              </a:defRPr>
            </a:lvl2pPr>
            <a:lvl3pPr marL="914400" algn="l" rtl="0" eaLnBrk="0" fontAlgn="base" hangingPunct="0">
              <a:spcBef>
                <a:spcPct val="0"/>
              </a:spcBef>
              <a:spcAft>
                <a:spcPct val="0"/>
              </a:spcAft>
              <a:defRPr sz="2400" kern="1200">
                <a:solidFill>
                  <a:schemeClr val="tx1"/>
                </a:solidFill>
                <a:latin typeface="Tahoma" charset="0"/>
                <a:ea typeface="ＭＳ Ｐゴシック" charset="-128"/>
                <a:cs typeface="+mn-cs"/>
              </a:defRPr>
            </a:lvl3pPr>
            <a:lvl4pPr marL="1371600" algn="l" rtl="0" eaLnBrk="0" fontAlgn="base" hangingPunct="0">
              <a:spcBef>
                <a:spcPct val="0"/>
              </a:spcBef>
              <a:spcAft>
                <a:spcPct val="0"/>
              </a:spcAft>
              <a:defRPr sz="2400" kern="1200">
                <a:solidFill>
                  <a:schemeClr val="tx1"/>
                </a:solidFill>
                <a:latin typeface="Tahoma" charset="0"/>
                <a:ea typeface="ＭＳ Ｐゴシック" charset="-128"/>
                <a:cs typeface="+mn-cs"/>
              </a:defRPr>
            </a:lvl4pPr>
            <a:lvl5pPr marL="1828800" algn="l" rtl="0" eaLnBrk="0" fontAlgn="base" hangingPunct="0">
              <a:spcBef>
                <a:spcPct val="0"/>
              </a:spcBef>
              <a:spcAft>
                <a:spcPct val="0"/>
              </a:spcAft>
              <a:defRPr sz="2400" kern="1200">
                <a:solidFill>
                  <a:schemeClr val="tx1"/>
                </a:solidFill>
                <a:latin typeface="Tahoma" charset="0"/>
                <a:ea typeface="ＭＳ Ｐゴシック" charset="-128"/>
                <a:cs typeface="+mn-cs"/>
              </a:defRPr>
            </a:lvl5pPr>
            <a:lvl6pPr marL="2286000" algn="l" defTabSz="914400" rtl="0" eaLnBrk="1" latinLnBrk="0" hangingPunct="1">
              <a:defRPr sz="2400" kern="1200">
                <a:solidFill>
                  <a:schemeClr val="tx1"/>
                </a:solidFill>
                <a:latin typeface="Tahoma" charset="0"/>
                <a:ea typeface="ＭＳ Ｐゴシック" charset="-128"/>
                <a:cs typeface="+mn-cs"/>
              </a:defRPr>
            </a:lvl6pPr>
            <a:lvl7pPr marL="2743200" algn="l" defTabSz="914400" rtl="0" eaLnBrk="1" latinLnBrk="0" hangingPunct="1">
              <a:defRPr sz="2400" kern="1200">
                <a:solidFill>
                  <a:schemeClr val="tx1"/>
                </a:solidFill>
                <a:latin typeface="Tahoma" charset="0"/>
                <a:ea typeface="ＭＳ Ｐゴシック" charset="-128"/>
                <a:cs typeface="+mn-cs"/>
              </a:defRPr>
            </a:lvl7pPr>
            <a:lvl8pPr marL="3200400" algn="l" defTabSz="914400" rtl="0" eaLnBrk="1" latinLnBrk="0" hangingPunct="1">
              <a:defRPr sz="2400" kern="1200">
                <a:solidFill>
                  <a:schemeClr val="tx1"/>
                </a:solidFill>
                <a:latin typeface="Tahoma" charset="0"/>
                <a:ea typeface="ＭＳ Ｐゴシック" charset="-128"/>
                <a:cs typeface="+mn-cs"/>
              </a:defRPr>
            </a:lvl8pPr>
            <a:lvl9pPr marL="3657600" algn="l" defTabSz="914400" rtl="0" eaLnBrk="1" latinLnBrk="0" hangingPunct="1">
              <a:defRPr sz="2400" kern="1200">
                <a:solidFill>
                  <a:schemeClr val="tx1"/>
                </a:solidFill>
                <a:latin typeface="Tahoma" charset="0"/>
                <a:ea typeface="ＭＳ Ｐゴシック" charset="-128"/>
                <a:cs typeface="+mn-cs"/>
              </a:defRPr>
            </a:lvl9pPr>
          </a:lstStyle>
          <a:p>
            <a:r>
              <a:rPr lang="de-DE" sz="800"/>
              <a:t> </a:t>
            </a:r>
          </a:p>
        </p:txBody>
      </p:sp>
      <p:sp>
        <p:nvSpPr>
          <p:cNvPr id="13" name="Foliennummernplatzhalter 5"/>
          <p:cNvSpPr txBox="1">
            <a:spLocks/>
          </p:cNvSpPr>
          <p:nvPr/>
        </p:nvSpPr>
        <p:spPr>
          <a:xfrm>
            <a:off x="10404212" y="6530179"/>
            <a:ext cx="1160004" cy="304800"/>
          </a:xfrm>
          <a:prstGeom prst="rect">
            <a:avLst/>
          </a:prstGeom>
        </p:spPr>
        <p:txBody>
          <a:bodyPr vert="horz" wrap="square" lIns="91440" tIns="45720" rIns="91440" bIns="45720" numCol="1" anchor="ctr" anchorCtr="0" compatLnSpc="1">
            <a:prstTxWarp prst="textNoShape">
              <a:avLst/>
            </a:prstTxWarp>
          </a:bodyPr>
          <a:lstStyle>
            <a:defPPr>
              <a:defRPr lang="de-DE"/>
            </a:defPPr>
            <a:lvl1pPr algn="r" rtl="0" eaLnBrk="1" fontAlgn="base" hangingPunct="1">
              <a:lnSpc>
                <a:spcPts val="1800"/>
              </a:lnSpc>
              <a:spcBef>
                <a:spcPct val="0"/>
              </a:spcBef>
              <a:spcAft>
                <a:spcPct val="0"/>
              </a:spcAft>
              <a:defRPr sz="800" kern="1200">
                <a:solidFill>
                  <a:schemeClr val="bg1"/>
                </a:solidFill>
                <a:latin typeface="Tahoma" charset="0"/>
                <a:ea typeface="ＭＳ Ｐゴシック" charset="-128"/>
                <a:cs typeface="+mn-cs"/>
              </a:defRPr>
            </a:lvl1pPr>
            <a:lvl2pPr marL="457200" algn="l" rtl="0" eaLnBrk="0" fontAlgn="base" hangingPunct="0">
              <a:spcBef>
                <a:spcPct val="0"/>
              </a:spcBef>
              <a:spcAft>
                <a:spcPct val="0"/>
              </a:spcAft>
              <a:defRPr sz="2400" kern="1200">
                <a:solidFill>
                  <a:schemeClr val="tx1"/>
                </a:solidFill>
                <a:latin typeface="Tahoma" charset="0"/>
                <a:ea typeface="ＭＳ Ｐゴシック" charset="-128"/>
                <a:cs typeface="+mn-cs"/>
              </a:defRPr>
            </a:lvl2pPr>
            <a:lvl3pPr marL="914400" algn="l" rtl="0" eaLnBrk="0" fontAlgn="base" hangingPunct="0">
              <a:spcBef>
                <a:spcPct val="0"/>
              </a:spcBef>
              <a:spcAft>
                <a:spcPct val="0"/>
              </a:spcAft>
              <a:defRPr sz="2400" kern="1200">
                <a:solidFill>
                  <a:schemeClr val="tx1"/>
                </a:solidFill>
                <a:latin typeface="Tahoma" charset="0"/>
                <a:ea typeface="ＭＳ Ｐゴシック" charset="-128"/>
                <a:cs typeface="+mn-cs"/>
              </a:defRPr>
            </a:lvl3pPr>
            <a:lvl4pPr marL="1371600" algn="l" rtl="0" eaLnBrk="0" fontAlgn="base" hangingPunct="0">
              <a:spcBef>
                <a:spcPct val="0"/>
              </a:spcBef>
              <a:spcAft>
                <a:spcPct val="0"/>
              </a:spcAft>
              <a:defRPr sz="2400" kern="1200">
                <a:solidFill>
                  <a:schemeClr val="tx1"/>
                </a:solidFill>
                <a:latin typeface="Tahoma" charset="0"/>
                <a:ea typeface="ＭＳ Ｐゴシック" charset="-128"/>
                <a:cs typeface="+mn-cs"/>
              </a:defRPr>
            </a:lvl4pPr>
            <a:lvl5pPr marL="1828800" algn="l" rtl="0" eaLnBrk="0" fontAlgn="base" hangingPunct="0">
              <a:spcBef>
                <a:spcPct val="0"/>
              </a:spcBef>
              <a:spcAft>
                <a:spcPct val="0"/>
              </a:spcAft>
              <a:defRPr sz="2400" kern="1200">
                <a:solidFill>
                  <a:schemeClr val="tx1"/>
                </a:solidFill>
                <a:latin typeface="Tahoma" charset="0"/>
                <a:ea typeface="ＭＳ Ｐゴシック" charset="-128"/>
                <a:cs typeface="+mn-cs"/>
              </a:defRPr>
            </a:lvl5pPr>
            <a:lvl6pPr marL="2286000" algn="l" defTabSz="914400" rtl="0" eaLnBrk="1" latinLnBrk="0" hangingPunct="1">
              <a:defRPr sz="2400" kern="1200">
                <a:solidFill>
                  <a:schemeClr val="tx1"/>
                </a:solidFill>
                <a:latin typeface="Tahoma" charset="0"/>
                <a:ea typeface="ＭＳ Ｐゴシック" charset="-128"/>
                <a:cs typeface="+mn-cs"/>
              </a:defRPr>
            </a:lvl6pPr>
            <a:lvl7pPr marL="2743200" algn="l" defTabSz="914400" rtl="0" eaLnBrk="1" latinLnBrk="0" hangingPunct="1">
              <a:defRPr sz="2400" kern="1200">
                <a:solidFill>
                  <a:schemeClr val="tx1"/>
                </a:solidFill>
                <a:latin typeface="Tahoma" charset="0"/>
                <a:ea typeface="ＭＳ Ｐゴシック" charset="-128"/>
                <a:cs typeface="+mn-cs"/>
              </a:defRPr>
            </a:lvl7pPr>
            <a:lvl8pPr marL="3200400" algn="l" defTabSz="914400" rtl="0" eaLnBrk="1" latinLnBrk="0" hangingPunct="1">
              <a:defRPr sz="2400" kern="1200">
                <a:solidFill>
                  <a:schemeClr val="tx1"/>
                </a:solidFill>
                <a:latin typeface="Tahoma" charset="0"/>
                <a:ea typeface="ＭＳ Ｐゴシック" charset="-128"/>
                <a:cs typeface="+mn-cs"/>
              </a:defRPr>
            </a:lvl8pPr>
            <a:lvl9pPr marL="3657600" algn="l" defTabSz="914400" rtl="0" eaLnBrk="1" latinLnBrk="0" hangingPunct="1">
              <a:defRPr sz="2400" kern="1200">
                <a:solidFill>
                  <a:schemeClr val="tx1"/>
                </a:solidFill>
                <a:latin typeface="Tahoma" charset="0"/>
                <a:ea typeface="ＭＳ Ｐゴシック" charset="-128"/>
                <a:cs typeface="+mn-cs"/>
              </a:defRPr>
            </a:lvl9pPr>
          </a:lstStyle>
          <a:p>
            <a:fld id="{5DED060F-19F4-442E-A379-C745E70E6A6B}" type="slidenum">
              <a:rPr lang="de-DE" sz="800" smtClean="0"/>
              <a:pPr/>
              <a:t>‹#›</a:t>
            </a:fld>
            <a:r>
              <a:rPr lang="de-DE" sz="800"/>
              <a:t> </a:t>
            </a:r>
          </a:p>
        </p:txBody>
      </p:sp>
      <p:sp>
        <p:nvSpPr>
          <p:cNvPr id="17" name="Datumsplatzhalter 3"/>
          <p:cNvSpPr>
            <a:spLocks noGrp="1"/>
          </p:cNvSpPr>
          <p:nvPr>
            <p:ph type="dt" sz="half" idx="2"/>
          </p:nvPr>
        </p:nvSpPr>
        <p:spPr>
          <a:xfrm>
            <a:off x="10075187" y="6448154"/>
            <a:ext cx="1485704" cy="365125"/>
          </a:xfrm>
          <a:prstGeom prst="rect">
            <a:avLst/>
          </a:prstGeom>
        </p:spPr>
        <p:txBody>
          <a:bodyPr/>
          <a:lstStyle>
            <a:lvl1pPr algn="r">
              <a:defRPr sz="800">
                <a:solidFill>
                  <a:schemeClr val="bg1"/>
                </a:solidFill>
              </a:defRPr>
            </a:lvl1pPr>
          </a:lstStyle>
          <a:p>
            <a:r>
              <a:rPr lang="de-DE"/>
              <a:t>21.02.2014</a:t>
            </a:r>
          </a:p>
        </p:txBody>
      </p:sp>
      <p:sp>
        <p:nvSpPr>
          <p:cNvPr id="18" name="Fußzeilenplatzhalter 4"/>
          <p:cNvSpPr>
            <a:spLocks noGrp="1"/>
          </p:cNvSpPr>
          <p:nvPr>
            <p:ph type="ftr" sz="quarter" idx="3"/>
          </p:nvPr>
        </p:nvSpPr>
        <p:spPr>
          <a:xfrm>
            <a:off x="422639" y="6446837"/>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
        <p:nvSpPr>
          <p:cNvPr id="19" name="Text Box 16"/>
          <p:cNvSpPr txBox="1">
            <a:spLocks noChangeArrowheads="1"/>
          </p:cNvSpPr>
          <p:nvPr userDrawn="1"/>
        </p:nvSpPr>
        <p:spPr bwMode="auto">
          <a:xfrm>
            <a:off x="430558" y="6593344"/>
            <a:ext cx="6502400" cy="215444"/>
          </a:xfrm>
          <a:prstGeom prst="rect">
            <a:avLst/>
          </a:prstGeom>
          <a:noFill/>
          <a:ln w="9525">
            <a:noFill/>
            <a:miter lim="800000"/>
            <a:headEnd/>
            <a:tailEnd/>
          </a:ln>
        </p:spPr>
        <p:txBody>
          <a:bodyPr>
            <a:spAutoFit/>
          </a:bodyPr>
          <a:lstStyle/>
          <a:p>
            <a:pPr>
              <a:spcBef>
                <a:spcPct val="50000"/>
              </a:spcBef>
            </a:pPr>
            <a:r>
              <a:rPr lang="de-DE" sz="800">
                <a:solidFill>
                  <a:schemeClr val="bg1"/>
                </a:solidFill>
              </a:rPr>
              <a:t>Technische Hochschule Brandenburg · University </a:t>
            </a:r>
            <a:r>
              <a:rPr lang="de-DE" sz="800" err="1">
                <a:solidFill>
                  <a:schemeClr val="bg1"/>
                </a:solidFill>
              </a:rPr>
              <a:t>of</a:t>
            </a:r>
            <a:r>
              <a:rPr lang="de-DE" sz="800">
                <a:solidFill>
                  <a:schemeClr val="bg1"/>
                </a:solidFill>
              </a:rPr>
              <a:t> Applied </a:t>
            </a:r>
            <a:r>
              <a:rPr lang="de-DE" sz="800" err="1">
                <a:solidFill>
                  <a:schemeClr val="bg1"/>
                </a:solidFill>
              </a:rPr>
              <a:t>Sciences</a:t>
            </a:r>
            <a:endParaRPr lang="de-DE" sz="800">
              <a:solidFill>
                <a:schemeClr val="bg1"/>
              </a:solidFill>
            </a:endParaRPr>
          </a:p>
        </p:txBody>
      </p:sp>
    </p:spTree>
    <p:extLst>
      <p:ext uri="{BB962C8B-B14F-4D97-AF65-F5344CB8AC3E}">
        <p14:creationId xmlns:p14="http://schemas.microsoft.com/office/powerpoint/2010/main" val="3440005521"/>
      </p:ext>
    </p:extLst>
  </p:cSld>
  <p:clrMap bg1="dk1" tx1="lt1" bg2="dk2" tx2="lt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773" r:id="rId10"/>
    <p:sldLayoutId id="2147483774" r:id="rId11"/>
    <p:sldLayoutId id="2147483787" r:id="rId12"/>
    <p:sldLayoutId id="2147483788" r:id="rId13"/>
    <p:sldLayoutId id="2147483868" r:id="rId14"/>
    <p:sldLayoutId id="2147483869" r:id="rId15"/>
  </p:sldLayoutIdLst>
  <p:hf sldNum="0" hdr="0"/>
  <p:txStyles>
    <p:titleStyle>
      <a:lvl1pPr algn="l" rtl="0" fontAlgn="base">
        <a:lnSpc>
          <a:spcPts val="2500"/>
        </a:lnSpc>
        <a:spcBef>
          <a:spcPct val="0"/>
        </a:spcBef>
        <a:spcAft>
          <a:spcPct val="0"/>
        </a:spcAft>
        <a:defRPr sz="2100" b="1">
          <a:solidFill>
            <a:schemeClr val="tx2"/>
          </a:solidFill>
          <a:latin typeface="+mj-lt"/>
          <a:ea typeface="+mj-ea"/>
          <a:cs typeface="+mj-cs"/>
        </a:defRPr>
      </a:lvl1pPr>
      <a:lvl2pPr algn="l" rtl="0" fontAlgn="base">
        <a:lnSpc>
          <a:spcPts val="2500"/>
        </a:lnSpc>
        <a:spcBef>
          <a:spcPct val="0"/>
        </a:spcBef>
        <a:spcAft>
          <a:spcPct val="0"/>
        </a:spcAft>
        <a:defRPr sz="2100">
          <a:solidFill>
            <a:srgbClr val="CE1126"/>
          </a:solidFill>
          <a:latin typeface="Tahoma Bold" charset="0"/>
          <a:ea typeface="ＭＳ Ｐゴシック" charset="-128"/>
        </a:defRPr>
      </a:lvl2pPr>
      <a:lvl3pPr algn="l" rtl="0" fontAlgn="base">
        <a:lnSpc>
          <a:spcPts val="2500"/>
        </a:lnSpc>
        <a:spcBef>
          <a:spcPct val="0"/>
        </a:spcBef>
        <a:spcAft>
          <a:spcPct val="0"/>
        </a:spcAft>
        <a:defRPr sz="2100">
          <a:solidFill>
            <a:srgbClr val="CE1126"/>
          </a:solidFill>
          <a:latin typeface="Tahoma Bold" charset="0"/>
          <a:ea typeface="ＭＳ Ｐゴシック" charset="-128"/>
        </a:defRPr>
      </a:lvl3pPr>
      <a:lvl4pPr algn="l" rtl="0" fontAlgn="base">
        <a:lnSpc>
          <a:spcPts val="2500"/>
        </a:lnSpc>
        <a:spcBef>
          <a:spcPct val="0"/>
        </a:spcBef>
        <a:spcAft>
          <a:spcPct val="0"/>
        </a:spcAft>
        <a:defRPr sz="2100">
          <a:solidFill>
            <a:srgbClr val="CE1126"/>
          </a:solidFill>
          <a:latin typeface="Tahoma Bold" charset="0"/>
          <a:ea typeface="ＭＳ Ｐゴシック" charset="-128"/>
        </a:defRPr>
      </a:lvl4pPr>
      <a:lvl5pPr algn="l" rtl="0" fontAlgn="base">
        <a:lnSpc>
          <a:spcPts val="2500"/>
        </a:lnSpc>
        <a:spcBef>
          <a:spcPct val="0"/>
        </a:spcBef>
        <a:spcAft>
          <a:spcPct val="0"/>
        </a:spcAft>
        <a:defRPr sz="2100">
          <a:solidFill>
            <a:srgbClr val="CE1126"/>
          </a:solidFill>
          <a:latin typeface="Tahoma Bold" charset="0"/>
          <a:ea typeface="ＭＳ Ｐゴシック" charset="-128"/>
        </a:defRPr>
      </a:lvl5pPr>
      <a:lvl6pPr marL="457200" algn="l" rtl="0" fontAlgn="base">
        <a:lnSpc>
          <a:spcPts val="2500"/>
        </a:lnSpc>
        <a:spcBef>
          <a:spcPct val="0"/>
        </a:spcBef>
        <a:spcAft>
          <a:spcPct val="0"/>
        </a:spcAft>
        <a:defRPr sz="2100">
          <a:solidFill>
            <a:srgbClr val="CE1126"/>
          </a:solidFill>
          <a:latin typeface="Tahoma Bold" charset="0"/>
          <a:ea typeface="ＭＳ Ｐゴシック" charset="-128"/>
        </a:defRPr>
      </a:lvl6pPr>
      <a:lvl7pPr marL="914400" algn="l" rtl="0" fontAlgn="base">
        <a:lnSpc>
          <a:spcPts val="2500"/>
        </a:lnSpc>
        <a:spcBef>
          <a:spcPct val="0"/>
        </a:spcBef>
        <a:spcAft>
          <a:spcPct val="0"/>
        </a:spcAft>
        <a:defRPr sz="2100">
          <a:solidFill>
            <a:srgbClr val="CE1126"/>
          </a:solidFill>
          <a:latin typeface="Tahoma Bold" charset="0"/>
          <a:ea typeface="ＭＳ Ｐゴシック" charset="-128"/>
        </a:defRPr>
      </a:lvl7pPr>
      <a:lvl8pPr marL="1371600" algn="l" rtl="0" fontAlgn="base">
        <a:lnSpc>
          <a:spcPts val="2500"/>
        </a:lnSpc>
        <a:spcBef>
          <a:spcPct val="0"/>
        </a:spcBef>
        <a:spcAft>
          <a:spcPct val="0"/>
        </a:spcAft>
        <a:defRPr sz="2100">
          <a:solidFill>
            <a:srgbClr val="CE1126"/>
          </a:solidFill>
          <a:latin typeface="Tahoma Bold" charset="0"/>
          <a:ea typeface="ＭＳ Ｐゴシック" charset="-128"/>
        </a:defRPr>
      </a:lvl8pPr>
      <a:lvl9pPr marL="1828800" algn="l" rtl="0" fontAlgn="base">
        <a:lnSpc>
          <a:spcPts val="2500"/>
        </a:lnSpc>
        <a:spcBef>
          <a:spcPct val="0"/>
        </a:spcBef>
        <a:spcAft>
          <a:spcPct val="0"/>
        </a:spcAft>
        <a:defRPr sz="2100">
          <a:solidFill>
            <a:srgbClr val="CE1126"/>
          </a:solidFill>
          <a:latin typeface="Tahoma Bold" charset="0"/>
          <a:ea typeface="ＭＳ Ｐゴシック" charset="-128"/>
        </a:defRPr>
      </a:lvl9pPr>
    </p:titleStyle>
    <p:bodyStyle>
      <a:lvl1pPr marL="285750" indent="-285750" algn="l" rtl="0" fontAlgn="base">
        <a:lnSpc>
          <a:spcPts val="2400"/>
        </a:lnSpc>
        <a:spcBef>
          <a:spcPct val="20000"/>
        </a:spcBef>
        <a:spcAft>
          <a:spcPct val="0"/>
        </a:spcAft>
        <a:buClr>
          <a:schemeClr val="accent2"/>
        </a:buClr>
        <a:buFont typeface="Wingdings" panose="05000000000000000000" pitchFamily="2" charset="2"/>
        <a:buChar char="§"/>
        <a:defRPr baseline="0">
          <a:solidFill>
            <a:schemeClr val="tx1"/>
          </a:solidFill>
          <a:latin typeface="+mn-lt"/>
          <a:ea typeface="+mn-ea"/>
          <a:cs typeface="+mn-cs"/>
        </a:defRPr>
      </a:lvl1pPr>
      <a:lvl2pPr marL="808038" indent="-285750" algn="l" rtl="0" fontAlgn="base">
        <a:lnSpc>
          <a:spcPts val="2400"/>
        </a:lnSpc>
        <a:spcBef>
          <a:spcPct val="20000"/>
        </a:spcBef>
        <a:spcAft>
          <a:spcPct val="0"/>
        </a:spcAft>
        <a:buClr>
          <a:schemeClr val="accent2"/>
        </a:buClr>
        <a:buFont typeface="Wingdings" panose="05000000000000000000" pitchFamily="2" charset="2"/>
        <a:buChar char="§"/>
        <a:defRPr>
          <a:solidFill>
            <a:schemeClr val="tx1"/>
          </a:solidFill>
          <a:latin typeface="+mn-lt"/>
          <a:ea typeface="+mn-ea"/>
        </a:defRPr>
      </a:lvl2pPr>
      <a:lvl3pPr marL="1257300" indent="-258763" algn="l" rtl="0" fontAlgn="base">
        <a:lnSpc>
          <a:spcPts val="2400"/>
        </a:lnSpc>
        <a:spcBef>
          <a:spcPct val="20000"/>
        </a:spcBef>
        <a:spcAft>
          <a:spcPct val="0"/>
        </a:spcAft>
        <a:buClr>
          <a:schemeClr val="accent2"/>
        </a:buClr>
        <a:buFont typeface="Wingdings" panose="05000000000000000000" pitchFamily="2" charset="2"/>
        <a:buChar char="§"/>
        <a:defRPr>
          <a:solidFill>
            <a:schemeClr val="tx1"/>
          </a:solidFill>
          <a:latin typeface="+mn-lt"/>
          <a:ea typeface="+mn-ea"/>
        </a:defRPr>
      </a:lvl3pPr>
      <a:lvl4pPr marL="1704975" indent="-287338" algn="l" rtl="0" fontAlgn="base">
        <a:lnSpc>
          <a:spcPts val="2400"/>
        </a:lnSpc>
        <a:spcBef>
          <a:spcPct val="20000"/>
        </a:spcBef>
        <a:spcAft>
          <a:spcPct val="0"/>
        </a:spcAft>
        <a:buClr>
          <a:schemeClr val="accent2"/>
        </a:buClr>
        <a:buFont typeface="Wingdings" panose="05000000000000000000" pitchFamily="2" charset="2"/>
        <a:buChar char="§"/>
        <a:defRPr>
          <a:solidFill>
            <a:schemeClr val="tx1"/>
          </a:solidFill>
          <a:latin typeface="+mn-lt"/>
          <a:ea typeface="+mn-ea"/>
        </a:defRPr>
      </a:lvl4pPr>
      <a:lvl5pPr marL="2152650" indent="-315913" algn="l" rtl="0" fontAlgn="base">
        <a:lnSpc>
          <a:spcPts val="2400"/>
        </a:lnSpc>
        <a:spcBef>
          <a:spcPct val="20000"/>
        </a:spcBef>
        <a:spcAft>
          <a:spcPct val="0"/>
        </a:spcAft>
        <a:buClr>
          <a:schemeClr val="accent2"/>
        </a:buClr>
        <a:buFont typeface="Wingdings" panose="05000000000000000000" pitchFamily="2" charset="2"/>
        <a:buChar char="§"/>
        <a:defRPr>
          <a:solidFill>
            <a:schemeClr val="tx1"/>
          </a:solidFill>
          <a:latin typeface="+mn-lt"/>
          <a:ea typeface="+mn-ea"/>
        </a:defRPr>
      </a:lvl5pPr>
      <a:lvl6pPr marL="2522538" indent="-228600" algn="l" rtl="0" fontAlgn="base">
        <a:lnSpc>
          <a:spcPts val="2400"/>
        </a:lnSpc>
        <a:spcBef>
          <a:spcPct val="20000"/>
        </a:spcBef>
        <a:spcAft>
          <a:spcPct val="0"/>
        </a:spcAft>
        <a:buClr>
          <a:srgbClr val="CE1126"/>
        </a:buClr>
        <a:buFont typeface="Times" charset="0"/>
        <a:buChar char="•"/>
        <a:defRPr>
          <a:solidFill>
            <a:schemeClr val="tx1"/>
          </a:solidFill>
          <a:latin typeface="+mn-lt"/>
          <a:ea typeface="+mn-ea"/>
        </a:defRPr>
      </a:lvl6pPr>
      <a:lvl7pPr marL="2979738" indent="-228600" algn="l" rtl="0" fontAlgn="base">
        <a:lnSpc>
          <a:spcPts val="2400"/>
        </a:lnSpc>
        <a:spcBef>
          <a:spcPct val="20000"/>
        </a:spcBef>
        <a:spcAft>
          <a:spcPct val="0"/>
        </a:spcAft>
        <a:buClr>
          <a:srgbClr val="CE1126"/>
        </a:buClr>
        <a:buFont typeface="Times" charset="0"/>
        <a:buChar char="•"/>
        <a:defRPr>
          <a:solidFill>
            <a:schemeClr val="tx1"/>
          </a:solidFill>
          <a:latin typeface="+mn-lt"/>
          <a:ea typeface="+mn-ea"/>
        </a:defRPr>
      </a:lvl7pPr>
      <a:lvl8pPr marL="3436938" indent="-228600" algn="l" rtl="0" fontAlgn="base">
        <a:lnSpc>
          <a:spcPts val="2400"/>
        </a:lnSpc>
        <a:spcBef>
          <a:spcPct val="20000"/>
        </a:spcBef>
        <a:spcAft>
          <a:spcPct val="0"/>
        </a:spcAft>
        <a:buClr>
          <a:srgbClr val="CE1126"/>
        </a:buClr>
        <a:buFont typeface="Times" charset="0"/>
        <a:buChar char="•"/>
        <a:defRPr>
          <a:solidFill>
            <a:schemeClr val="tx1"/>
          </a:solidFill>
          <a:latin typeface="+mn-lt"/>
          <a:ea typeface="+mn-ea"/>
        </a:defRPr>
      </a:lvl8pPr>
      <a:lvl9pPr marL="3894138" indent="-228600" algn="l" rtl="0" fontAlgn="base">
        <a:lnSpc>
          <a:spcPts val="2400"/>
        </a:lnSpc>
        <a:spcBef>
          <a:spcPct val="20000"/>
        </a:spcBef>
        <a:spcAft>
          <a:spcPct val="0"/>
        </a:spcAft>
        <a:buClr>
          <a:srgbClr val="CE1126"/>
        </a:buClr>
        <a:buFont typeface="Times" charset="0"/>
        <a:buChar char="•"/>
        <a:defRPr>
          <a:solidFill>
            <a:schemeClr val="tx1"/>
          </a:solidFill>
          <a:latin typeface="+mn-lt"/>
          <a:ea typeface="+mn-ea"/>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5" userDrawn="1">
          <p15:clr>
            <a:srgbClr val="F26B43"/>
          </p15:clr>
        </p15:guide>
        <p15:guide id="2" pos="861" userDrawn="1">
          <p15:clr>
            <a:srgbClr val="F26B43"/>
          </p15:clr>
        </p15:guide>
        <p15:guide id="3" pos="7223" userDrawn="1">
          <p15:clr>
            <a:srgbClr val="F26B43"/>
          </p15:clr>
        </p15:guide>
        <p15:guide id="4" orient="horz" pos="1003"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2" name="Gruppieren 11"/>
          <p:cNvGrpSpPr/>
          <p:nvPr/>
        </p:nvGrpSpPr>
        <p:grpSpPr>
          <a:xfrm>
            <a:off x="212400" y="175100"/>
            <a:ext cx="2099289" cy="1034650"/>
            <a:chOff x="178196" y="175100"/>
            <a:chExt cx="2099289" cy="1034650"/>
          </a:xfrm>
        </p:grpSpPr>
        <p:pic>
          <p:nvPicPr>
            <p:cNvPr id="14" name="Grafik 13"/>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78196" y="175100"/>
              <a:ext cx="2099289" cy="1034650"/>
            </a:xfrm>
            <a:prstGeom prst="rect">
              <a:avLst/>
            </a:prstGeom>
          </p:spPr>
        </p:pic>
        <p:sp>
          <p:nvSpPr>
            <p:cNvPr id="15" name="Rechteck 14"/>
            <p:cNvSpPr/>
            <p:nvPr userDrawn="1"/>
          </p:nvSpPr>
          <p:spPr bwMode="auto">
            <a:xfrm>
              <a:off x="947807" y="403307"/>
              <a:ext cx="982735" cy="594925"/>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ahoma" charset="0"/>
                <a:ea typeface="ＭＳ Ｐゴシック" charset="-128"/>
              </a:endParaRPr>
            </a:p>
          </p:txBody>
        </p:sp>
      </p:grpSp>
      <p:sp>
        <p:nvSpPr>
          <p:cNvPr id="1037" name="Rectangle 13"/>
          <p:cNvSpPr>
            <a:spLocks noChangeArrowheads="1"/>
          </p:cNvSpPr>
          <p:nvPr/>
        </p:nvSpPr>
        <p:spPr bwMode="auto">
          <a:xfrm>
            <a:off x="0" y="6388100"/>
            <a:ext cx="12192000" cy="482600"/>
          </a:xfrm>
          <a:prstGeom prst="rect">
            <a:avLst/>
          </a:prstGeom>
          <a:solidFill>
            <a:schemeClr val="accent1"/>
          </a:solidFill>
          <a:ln w="9525">
            <a:noFill/>
            <a:miter lim="800000"/>
            <a:headEnd/>
            <a:tailEnd/>
          </a:ln>
        </p:spPr>
        <p:txBody>
          <a:bodyPr wrap="none" anchor="ctr"/>
          <a:lstStyle/>
          <a:p>
            <a:endParaRPr lang="de-DE" sz="2400"/>
          </a:p>
        </p:txBody>
      </p:sp>
      <p:sp>
        <p:nvSpPr>
          <p:cNvPr id="1026" name="Rectangle 2"/>
          <p:cNvSpPr>
            <a:spLocks noGrp="1" noChangeArrowheads="1"/>
          </p:cNvSpPr>
          <p:nvPr>
            <p:ph type="title"/>
          </p:nvPr>
        </p:nvSpPr>
        <p:spPr bwMode="auto">
          <a:xfrm>
            <a:off x="1266684" y="611188"/>
            <a:ext cx="10193479" cy="685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de-DE"/>
              <a:t>Mastertitelformat bearbeiten</a:t>
            </a:r>
          </a:p>
        </p:txBody>
      </p:sp>
      <p:sp>
        <p:nvSpPr>
          <p:cNvPr id="1027" name="Rectangle 3"/>
          <p:cNvSpPr>
            <a:spLocks noGrp="1" noChangeArrowheads="1"/>
          </p:cNvSpPr>
          <p:nvPr>
            <p:ph type="body" idx="1"/>
          </p:nvPr>
        </p:nvSpPr>
        <p:spPr bwMode="auto">
          <a:xfrm>
            <a:off x="1264568" y="1489075"/>
            <a:ext cx="10195595" cy="42783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28" name="Rectangle 4"/>
          <p:cNvSpPr>
            <a:spLocks noGrp="1" noChangeArrowheads="1"/>
          </p:cNvSpPr>
          <p:nvPr>
            <p:ph type="dt" sz="half" idx="2"/>
          </p:nvPr>
        </p:nvSpPr>
        <p:spPr bwMode="auto">
          <a:xfrm>
            <a:off x="9013001" y="6448426"/>
            <a:ext cx="2540000" cy="30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800">
                <a:solidFill>
                  <a:schemeClr val="bg1"/>
                </a:solidFill>
              </a:defRPr>
            </a:lvl1pPr>
          </a:lstStyle>
          <a:p>
            <a:r>
              <a:rPr lang="de-DE"/>
              <a:t>21.02.2014</a:t>
            </a:r>
          </a:p>
        </p:txBody>
      </p:sp>
      <p:sp>
        <p:nvSpPr>
          <p:cNvPr id="6" name="Foliennummernplatzhalter 5"/>
          <p:cNvSpPr>
            <a:spLocks noGrp="1"/>
          </p:cNvSpPr>
          <p:nvPr>
            <p:ph type="sldNum" sz="quarter" idx="4"/>
          </p:nvPr>
        </p:nvSpPr>
        <p:spPr>
          <a:xfrm>
            <a:off x="8712434" y="6530179"/>
            <a:ext cx="2844800" cy="304800"/>
          </a:xfrm>
          <a:prstGeom prst="rect">
            <a:avLst/>
          </a:prstGeom>
        </p:spPr>
        <p:txBody>
          <a:bodyPr vert="horz" wrap="square" lIns="91440" tIns="45720" rIns="91440" bIns="45720" numCol="1" anchor="ctr" anchorCtr="0" compatLnSpc="1">
            <a:prstTxWarp prst="textNoShape">
              <a:avLst/>
            </a:prstTxWarp>
          </a:bodyPr>
          <a:lstStyle>
            <a:lvl1pPr algn="r" eaLnBrk="1" hangingPunct="1">
              <a:lnSpc>
                <a:spcPts val="1800"/>
              </a:lnSpc>
              <a:defRPr sz="800">
                <a:solidFill>
                  <a:schemeClr val="bg1"/>
                </a:solidFill>
              </a:defRPr>
            </a:lvl1pPr>
          </a:lstStyle>
          <a:p>
            <a:fld id="{C1946DF4-7EEC-4F10-B409-6215E5DCE4BE}" type="slidenum">
              <a:rPr lang="de-DE" smtClean="0"/>
              <a:pPr/>
              <a:t>‹#›</a:t>
            </a:fld>
            <a:r>
              <a:rPr lang="de-DE"/>
              <a:t> </a:t>
            </a:r>
          </a:p>
        </p:txBody>
      </p:sp>
      <p:sp>
        <p:nvSpPr>
          <p:cNvPr id="1040" name="Text Box 16"/>
          <p:cNvSpPr txBox="1">
            <a:spLocks noChangeArrowheads="1"/>
          </p:cNvSpPr>
          <p:nvPr/>
        </p:nvSpPr>
        <p:spPr bwMode="auto">
          <a:xfrm>
            <a:off x="430558" y="6593344"/>
            <a:ext cx="6502400" cy="215444"/>
          </a:xfrm>
          <a:prstGeom prst="rect">
            <a:avLst/>
          </a:prstGeom>
          <a:noFill/>
          <a:ln w="9525">
            <a:noFill/>
            <a:miter lim="800000"/>
            <a:headEnd/>
            <a:tailEnd/>
          </a:ln>
        </p:spPr>
        <p:txBody>
          <a:bodyPr>
            <a:spAutoFit/>
          </a:bodyPr>
          <a:lstStyle/>
          <a:p>
            <a:pPr>
              <a:spcBef>
                <a:spcPct val="50000"/>
              </a:spcBef>
            </a:pPr>
            <a:r>
              <a:rPr lang="de-DE" sz="800">
                <a:solidFill>
                  <a:schemeClr val="bg1"/>
                </a:solidFill>
              </a:rPr>
              <a:t>Technische Hochschule Brandenburg · University </a:t>
            </a:r>
            <a:r>
              <a:rPr lang="de-DE" sz="800" err="1">
                <a:solidFill>
                  <a:schemeClr val="bg1"/>
                </a:solidFill>
              </a:rPr>
              <a:t>of</a:t>
            </a:r>
            <a:r>
              <a:rPr lang="de-DE" sz="800">
                <a:solidFill>
                  <a:schemeClr val="bg1"/>
                </a:solidFill>
              </a:rPr>
              <a:t> Applied </a:t>
            </a:r>
            <a:r>
              <a:rPr lang="de-DE" sz="800" err="1">
                <a:solidFill>
                  <a:schemeClr val="bg1"/>
                </a:solidFill>
              </a:rPr>
              <a:t>Sciences</a:t>
            </a:r>
            <a:endParaRPr lang="de-DE" sz="800">
              <a:solidFill>
                <a:schemeClr val="bg1"/>
              </a:solidFill>
            </a:endParaRPr>
          </a:p>
        </p:txBody>
      </p:sp>
      <p:sp>
        <p:nvSpPr>
          <p:cNvPr id="10" name="Foliennummernplatzhalter 5"/>
          <p:cNvSpPr txBox="1">
            <a:spLocks/>
          </p:cNvSpPr>
          <p:nvPr/>
        </p:nvSpPr>
        <p:spPr>
          <a:xfrm>
            <a:off x="8299451" y="6503988"/>
            <a:ext cx="2844800" cy="304800"/>
          </a:xfrm>
          <a:prstGeom prst="rect">
            <a:avLst/>
          </a:prstGeom>
        </p:spPr>
        <p:txBody>
          <a:bodyPr vert="horz" wrap="square" lIns="91440" tIns="45720" rIns="91440" bIns="45720" numCol="1" anchor="ctr" anchorCtr="0" compatLnSpc="1">
            <a:prstTxWarp prst="textNoShape">
              <a:avLst/>
            </a:prstTxWarp>
          </a:bodyPr>
          <a:lstStyle>
            <a:defPPr>
              <a:defRPr lang="de-DE"/>
            </a:defPPr>
            <a:lvl1pPr algn="r" rtl="0" eaLnBrk="1" fontAlgn="base" hangingPunct="1">
              <a:lnSpc>
                <a:spcPts val="1800"/>
              </a:lnSpc>
              <a:spcBef>
                <a:spcPct val="0"/>
              </a:spcBef>
              <a:spcAft>
                <a:spcPct val="0"/>
              </a:spcAft>
              <a:defRPr sz="800" kern="1200">
                <a:solidFill>
                  <a:schemeClr val="bg1"/>
                </a:solidFill>
                <a:latin typeface="Tahoma" charset="0"/>
                <a:ea typeface="ＭＳ Ｐゴシック" charset="-128"/>
                <a:cs typeface="+mn-cs"/>
              </a:defRPr>
            </a:lvl1pPr>
            <a:lvl2pPr marL="457200" algn="l" rtl="0" eaLnBrk="0" fontAlgn="base" hangingPunct="0">
              <a:spcBef>
                <a:spcPct val="0"/>
              </a:spcBef>
              <a:spcAft>
                <a:spcPct val="0"/>
              </a:spcAft>
              <a:defRPr sz="2400" kern="1200">
                <a:solidFill>
                  <a:schemeClr val="tx1"/>
                </a:solidFill>
                <a:latin typeface="Tahoma" charset="0"/>
                <a:ea typeface="ＭＳ Ｐゴシック" charset="-128"/>
                <a:cs typeface="+mn-cs"/>
              </a:defRPr>
            </a:lvl2pPr>
            <a:lvl3pPr marL="914400" algn="l" rtl="0" eaLnBrk="0" fontAlgn="base" hangingPunct="0">
              <a:spcBef>
                <a:spcPct val="0"/>
              </a:spcBef>
              <a:spcAft>
                <a:spcPct val="0"/>
              </a:spcAft>
              <a:defRPr sz="2400" kern="1200">
                <a:solidFill>
                  <a:schemeClr val="tx1"/>
                </a:solidFill>
                <a:latin typeface="Tahoma" charset="0"/>
                <a:ea typeface="ＭＳ Ｐゴシック" charset="-128"/>
                <a:cs typeface="+mn-cs"/>
              </a:defRPr>
            </a:lvl3pPr>
            <a:lvl4pPr marL="1371600" algn="l" rtl="0" eaLnBrk="0" fontAlgn="base" hangingPunct="0">
              <a:spcBef>
                <a:spcPct val="0"/>
              </a:spcBef>
              <a:spcAft>
                <a:spcPct val="0"/>
              </a:spcAft>
              <a:defRPr sz="2400" kern="1200">
                <a:solidFill>
                  <a:schemeClr val="tx1"/>
                </a:solidFill>
                <a:latin typeface="Tahoma" charset="0"/>
                <a:ea typeface="ＭＳ Ｐゴシック" charset="-128"/>
                <a:cs typeface="+mn-cs"/>
              </a:defRPr>
            </a:lvl4pPr>
            <a:lvl5pPr marL="1828800" algn="l" rtl="0" eaLnBrk="0" fontAlgn="base" hangingPunct="0">
              <a:spcBef>
                <a:spcPct val="0"/>
              </a:spcBef>
              <a:spcAft>
                <a:spcPct val="0"/>
              </a:spcAft>
              <a:defRPr sz="2400" kern="1200">
                <a:solidFill>
                  <a:schemeClr val="tx1"/>
                </a:solidFill>
                <a:latin typeface="Tahoma" charset="0"/>
                <a:ea typeface="ＭＳ Ｐゴシック" charset="-128"/>
                <a:cs typeface="+mn-cs"/>
              </a:defRPr>
            </a:lvl5pPr>
            <a:lvl6pPr marL="2286000" algn="l" defTabSz="914400" rtl="0" eaLnBrk="1" latinLnBrk="0" hangingPunct="1">
              <a:defRPr sz="2400" kern="1200">
                <a:solidFill>
                  <a:schemeClr val="tx1"/>
                </a:solidFill>
                <a:latin typeface="Tahoma" charset="0"/>
                <a:ea typeface="ＭＳ Ｐゴシック" charset="-128"/>
                <a:cs typeface="+mn-cs"/>
              </a:defRPr>
            </a:lvl6pPr>
            <a:lvl7pPr marL="2743200" algn="l" defTabSz="914400" rtl="0" eaLnBrk="1" latinLnBrk="0" hangingPunct="1">
              <a:defRPr sz="2400" kern="1200">
                <a:solidFill>
                  <a:schemeClr val="tx1"/>
                </a:solidFill>
                <a:latin typeface="Tahoma" charset="0"/>
                <a:ea typeface="ＭＳ Ｐゴシック" charset="-128"/>
                <a:cs typeface="+mn-cs"/>
              </a:defRPr>
            </a:lvl7pPr>
            <a:lvl8pPr marL="3200400" algn="l" defTabSz="914400" rtl="0" eaLnBrk="1" latinLnBrk="0" hangingPunct="1">
              <a:defRPr sz="2400" kern="1200">
                <a:solidFill>
                  <a:schemeClr val="tx1"/>
                </a:solidFill>
                <a:latin typeface="Tahoma" charset="0"/>
                <a:ea typeface="ＭＳ Ｐゴシック" charset="-128"/>
                <a:cs typeface="+mn-cs"/>
              </a:defRPr>
            </a:lvl8pPr>
            <a:lvl9pPr marL="3657600" algn="l" defTabSz="914400" rtl="0" eaLnBrk="1" latinLnBrk="0" hangingPunct="1">
              <a:defRPr sz="2400" kern="1200">
                <a:solidFill>
                  <a:schemeClr val="tx1"/>
                </a:solidFill>
                <a:latin typeface="Tahoma" charset="0"/>
                <a:ea typeface="ＭＳ Ｐゴシック" charset="-128"/>
                <a:cs typeface="+mn-cs"/>
              </a:defRPr>
            </a:lvl9pPr>
          </a:lstStyle>
          <a:p>
            <a:r>
              <a:rPr lang="de-DE" sz="800"/>
              <a:t> </a:t>
            </a:r>
          </a:p>
        </p:txBody>
      </p:sp>
      <p:sp>
        <p:nvSpPr>
          <p:cNvPr id="13" name="Fußzeilenplatzhalter 4"/>
          <p:cNvSpPr>
            <a:spLocks noGrp="1"/>
          </p:cNvSpPr>
          <p:nvPr>
            <p:ph type="ftr" sz="quarter" idx="3"/>
          </p:nvPr>
        </p:nvSpPr>
        <p:spPr>
          <a:xfrm>
            <a:off x="422639" y="6446837"/>
            <a:ext cx="7607700" cy="365125"/>
          </a:xfrm>
          <a:prstGeom prst="rect">
            <a:avLst/>
          </a:prstGeom>
        </p:spPr>
        <p:txBody>
          <a:bodyPr/>
          <a:lstStyle>
            <a:lvl1pPr>
              <a:defRPr sz="800">
                <a:solidFill>
                  <a:schemeClr val="bg1"/>
                </a:solidFill>
              </a:defRPr>
            </a:lvl1pPr>
          </a:lstStyle>
          <a:p>
            <a:r>
              <a:rPr lang="de-DE"/>
              <a:t>Titel der Präsentation über „EINFÜGEN“ -&gt; „Kopf-und Fußzeile“ -&gt; „Fußzeile“ (auf alle Folien übernehmen)</a:t>
            </a:r>
          </a:p>
        </p:txBody>
      </p:sp>
    </p:spTree>
    <p:extLst>
      <p:ext uri="{BB962C8B-B14F-4D97-AF65-F5344CB8AC3E}">
        <p14:creationId xmlns:p14="http://schemas.microsoft.com/office/powerpoint/2010/main" val="2024404712"/>
      </p:ext>
    </p:extLst>
  </p:cSld>
  <p:clrMap bg1="dk1" tx1="lt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21" r:id="rId10"/>
    <p:sldLayoutId id="2147483722" r:id="rId11"/>
    <p:sldLayoutId id="2147483834" r:id="rId12"/>
    <p:sldLayoutId id="2147483835" r:id="rId13"/>
  </p:sldLayoutIdLst>
  <p:hf sldNum="0" hdr="0"/>
  <p:txStyles>
    <p:titleStyle>
      <a:lvl1pPr algn="l" rtl="0" fontAlgn="base">
        <a:lnSpc>
          <a:spcPts val="2500"/>
        </a:lnSpc>
        <a:spcBef>
          <a:spcPct val="0"/>
        </a:spcBef>
        <a:spcAft>
          <a:spcPct val="0"/>
        </a:spcAft>
        <a:defRPr sz="2100" b="1">
          <a:solidFill>
            <a:schemeClr val="tx2"/>
          </a:solidFill>
          <a:latin typeface="+mj-lt"/>
          <a:ea typeface="+mj-ea"/>
          <a:cs typeface="+mj-cs"/>
        </a:defRPr>
      </a:lvl1pPr>
      <a:lvl2pPr algn="l" rtl="0" fontAlgn="base">
        <a:lnSpc>
          <a:spcPts val="2500"/>
        </a:lnSpc>
        <a:spcBef>
          <a:spcPct val="0"/>
        </a:spcBef>
        <a:spcAft>
          <a:spcPct val="0"/>
        </a:spcAft>
        <a:defRPr sz="2100">
          <a:solidFill>
            <a:srgbClr val="CE1126"/>
          </a:solidFill>
          <a:latin typeface="Tahoma Bold" charset="0"/>
          <a:ea typeface="ＭＳ Ｐゴシック" charset="-128"/>
        </a:defRPr>
      </a:lvl2pPr>
      <a:lvl3pPr algn="l" rtl="0" fontAlgn="base">
        <a:lnSpc>
          <a:spcPts val="2500"/>
        </a:lnSpc>
        <a:spcBef>
          <a:spcPct val="0"/>
        </a:spcBef>
        <a:spcAft>
          <a:spcPct val="0"/>
        </a:spcAft>
        <a:defRPr sz="2100">
          <a:solidFill>
            <a:srgbClr val="CE1126"/>
          </a:solidFill>
          <a:latin typeface="Tahoma Bold" charset="0"/>
          <a:ea typeface="ＭＳ Ｐゴシック" charset="-128"/>
        </a:defRPr>
      </a:lvl3pPr>
      <a:lvl4pPr algn="l" rtl="0" fontAlgn="base">
        <a:lnSpc>
          <a:spcPts val="2500"/>
        </a:lnSpc>
        <a:spcBef>
          <a:spcPct val="0"/>
        </a:spcBef>
        <a:spcAft>
          <a:spcPct val="0"/>
        </a:spcAft>
        <a:defRPr sz="2100">
          <a:solidFill>
            <a:srgbClr val="CE1126"/>
          </a:solidFill>
          <a:latin typeface="Tahoma Bold" charset="0"/>
          <a:ea typeface="ＭＳ Ｐゴシック" charset="-128"/>
        </a:defRPr>
      </a:lvl4pPr>
      <a:lvl5pPr algn="l" rtl="0" fontAlgn="base">
        <a:lnSpc>
          <a:spcPts val="2500"/>
        </a:lnSpc>
        <a:spcBef>
          <a:spcPct val="0"/>
        </a:spcBef>
        <a:spcAft>
          <a:spcPct val="0"/>
        </a:spcAft>
        <a:defRPr sz="2100">
          <a:solidFill>
            <a:srgbClr val="CE1126"/>
          </a:solidFill>
          <a:latin typeface="Tahoma Bold" charset="0"/>
          <a:ea typeface="ＭＳ Ｐゴシック" charset="-128"/>
        </a:defRPr>
      </a:lvl5pPr>
      <a:lvl6pPr marL="457200" algn="l" rtl="0" fontAlgn="base">
        <a:lnSpc>
          <a:spcPts val="2500"/>
        </a:lnSpc>
        <a:spcBef>
          <a:spcPct val="0"/>
        </a:spcBef>
        <a:spcAft>
          <a:spcPct val="0"/>
        </a:spcAft>
        <a:defRPr sz="2100">
          <a:solidFill>
            <a:srgbClr val="CE1126"/>
          </a:solidFill>
          <a:latin typeface="Tahoma Bold" charset="0"/>
          <a:ea typeface="ＭＳ Ｐゴシック" charset="-128"/>
        </a:defRPr>
      </a:lvl6pPr>
      <a:lvl7pPr marL="914400" algn="l" rtl="0" fontAlgn="base">
        <a:lnSpc>
          <a:spcPts val="2500"/>
        </a:lnSpc>
        <a:spcBef>
          <a:spcPct val="0"/>
        </a:spcBef>
        <a:spcAft>
          <a:spcPct val="0"/>
        </a:spcAft>
        <a:defRPr sz="2100">
          <a:solidFill>
            <a:srgbClr val="CE1126"/>
          </a:solidFill>
          <a:latin typeface="Tahoma Bold" charset="0"/>
          <a:ea typeface="ＭＳ Ｐゴシック" charset="-128"/>
        </a:defRPr>
      </a:lvl7pPr>
      <a:lvl8pPr marL="1371600" algn="l" rtl="0" fontAlgn="base">
        <a:lnSpc>
          <a:spcPts val="2500"/>
        </a:lnSpc>
        <a:spcBef>
          <a:spcPct val="0"/>
        </a:spcBef>
        <a:spcAft>
          <a:spcPct val="0"/>
        </a:spcAft>
        <a:defRPr sz="2100">
          <a:solidFill>
            <a:srgbClr val="CE1126"/>
          </a:solidFill>
          <a:latin typeface="Tahoma Bold" charset="0"/>
          <a:ea typeface="ＭＳ Ｐゴシック" charset="-128"/>
        </a:defRPr>
      </a:lvl8pPr>
      <a:lvl9pPr marL="1828800" algn="l" rtl="0" fontAlgn="base">
        <a:lnSpc>
          <a:spcPts val="2500"/>
        </a:lnSpc>
        <a:spcBef>
          <a:spcPct val="0"/>
        </a:spcBef>
        <a:spcAft>
          <a:spcPct val="0"/>
        </a:spcAft>
        <a:defRPr sz="2100">
          <a:solidFill>
            <a:srgbClr val="CE1126"/>
          </a:solidFill>
          <a:latin typeface="Tahoma Bold" charset="0"/>
          <a:ea typeface="ＭＳ Ｐゴシック" charset="-128"/>
        </a:defRPr>
      </a:lvl9pPr>
    </p:titleStyle>
    <p:bodyStyle>
      <a:lvl1pPr marL="285750" indent="-285750" algn="l" rtl="0" fontAlgn="base">
        <a:lnSpc>
          <a:spcPts val="2400"/>
        </a:lnSpc>
        <a:spcBef>
          <a:spcPct val="20000"/>
        </a:spcBef>
        <a:spcAft>
          <a:spcPct val="0"/>
        </a:spcAft>
        <a:buClr>
          <a:schemeClr val="accent1"/>
        </a:buClr>
        <a:buFont typeface="Wingdings" panose="05000000000000000000" pitchFamily="2" charset="2"/>
        <a:buChar char="§"/>
        <a:defRPr baseline="0">
          <a:solidFill>
            <a:schemeClr val="tx1"/>
          </a:solidFill>
          <a:latin typeface="+mn-lt"/>
          <a:ea typeface="+mn-ea"/>
          <a:cs typeface="+mn-cs"/>
        </a:defRPr>
      </a:lvl1pPr>
      <a:lvl2pPr marL="808038" indent="-285750" algn="l" rtl="0" fontAlgn="base">
        <a:lnSpc>
          <a:spcPts val="2400"/>
        </a:lnSpc>
        <a:spcBef>
          <a:spcPct val="20000"/>
        </a:spcBef>
        <a:spcAft>
          <a:spcPct val="0"/>
        </a:spcAft>
        <a:buClr>
          <a:schemeClr val="accent1"/>
        </a:buClr>
        <a:buFont typeface="Wingdings" panose="05000000000000000000" pitchFamily="2" charset="2"/>
        <a:buChar char="§"/>
        <a:defRPr>
          <a:solidFill>
            <a:schemeClr val="tx1"/>
          </a:solidFill>
          <a:latin typeface="+mn-lt"/>
          <a:ea typeface="+mn-ea"/>
        </a:defRPr>
      </a:lvl2pPr>
      <a:lvl3pPr marL="1257300" indent="-258763" algn="l" rtl="0" fontAlgn="base">
        <a:lnSpc>
          <a:spcPts val="2400"/>
        </a:lnSpc>
        <a:spcBef>
          <a:spcPct val="20000"/>
        </a:spcBef>
        <a:spcAft>
          <a:spcPct val="0"/>
        </a:spcAft>
        <a:buClr>
          <a:schemeClr val="accent1"/>
        </a:buClr>
        <a:buFont typeface="Wingdings" panose="05000000000000000000" pitchFamily="2" charset="2"/>
        <a:buChar char="§"/>
        <a:defRPr>
          <a:solidFill>
            <a:schemeClr val="tx1"/>
          </a:solidFill>
          <a:latin typeface="+mn-lt"/>
          <a:ea typeface="+mn-ea"/>
        </a:defRPr>
      </a:lvl3pPr>
      <a:lvl4pPr marL="1704975" indent="-287338" algn="l" rtl="0" fontAlgn="base">
        <a:lnSpc>
          <a:spcPts val="2400"/>
        </a:lnSpc>
        <a:spcBef>
          <a:spcPct val="20000"/>
        </a:spcBef>
        <a:spcAft>
          <a:spcPct val="0"/>
        </a:spcAft>
        <a:buClr>
          <a:schemeClr val="accent1"/>
        </a:buClr>
        <a:buFont typeface="Wingdings" panose="05000000000000000000" pitchFamily="2" charset="2"/>
        <a:buChar char="§"/>
        <a:defRPr>
          <a:solidFill>
            <a:schemeClr val="tx1"/>
          </a:solidFill>
          <a:latin typeface="+mn-lt"/>
          <a:ea typeface="+mn-ea"/>
        </a:defRPr>
      </a:lvl4pPr>
      <a:lvl5pPr marL="2152650" indent="-315913" algn="l" rtl="0" fontAlgn="base">
        <a:lnSpc>
          <a:spcPts val="2400"/>
        </a:lnSpc>
        <a:spcBef>
          <a:spcPct val="20000"/>
        </a:spcBef>
        <a:spcAft>
          <a:spcPct val="0"/>
        </a:spcAft>
        <a:buClr>
          <a:schemeClr val="accent1"/>
        </a:buClr>
        <a:buFont typeface="Wingdings" panose="05000000000000000000" pitchFamily="2" charset="2"/>
        <a:buChar char="§"/>
        <a:defRPr>
          <a:solidFill>
            <a:schemeClr val="tx1"/>
          </a:solidFill>
          <a:latin typeface="+mn-lt"/>
          <a:ea typeface="+mn-ea"/>
        </a:defRPr>
      </a:lvl5pPr>
      <a:lvl6pPr marL="2522538" indent="-228600" algn="l" rtl="0" fontAlgn="base">
        <a:lnSpc>
          <a:spcPts val="2400"/>
        </a:lnSpc>
        <a:spcBef>
          <a:spcPct val="20000"/>
        </a:spcBef>
        <a:spcAft>
          <a:spcPct val="0"/>
        </a:spcAft>
        <a:buClr>
          <a:srgbClr val="CE1126"/>
        </a:buClr>
        <a:buFont typeface="Times" charset="0"/>
        <a:buChar char="•"/>
        <a:defRPr>
          <a:solidFill>
            <a:schemeClr val="tx1"/>
          </a:solidFill>
          <a:latin typeface="+mn-lt"/>
          <a:ea typeface="+mn-ea"/>
        </a:defRPr>
      </a:lvl6pPr>
      <a:lvl7pPr marL="2979738" indent="-228600" algn="l" rtl="0" fontAlgn="base">
        <a:lnSpc>
          <a:spcPts val="2400"/>
        </a:lnSpc>
        <a:spcBef>
          <a:spcPct val="20000"/>
        </a:spcBef>
        <a:spcAft>
          <a:spcPct val="0"/>
        </a:spcAft>
        <a:buClr>
          <a:srgbClr val="CE1126"/>
        </a:buClr>
        <a:buFont typeface="Times" charset="0"/>
        <a:buChar char="•"/>
        <a:defRPr>
          <a:solidFill>
            <a:schemeClr val="tx1"/>
          </a:solidFill>
          <a:latin typeface="+mn-lt"/>
          <a:ea typeface="+mn-ea"/>
        </a:defRPr>
      </a:lvl7pPr>
      <a:lvl8pPr marL="3436938" indent="-228600" algn="l" rtl="0" fontAlgn="base">
        <a:lnSpc>
          <a:spcPts val="2400"/>
        </a:lnSpc>
        <a:spcBef>
          <a:spcPct val="20000"/>
        </a:spcBef>
        <a:spcAft>
          <a:spcPct val="0"/>
        </a:spcAft>
        <a:buClr>
          <a:srgbClr val="CE1126"/>
        </a:buClr>
        <a:buFont typeface="Times" charset="0"/>
        <a:buChar char="•"/>
        <a:defRPr>
          <a:solidFill>
            <a:schemeClr val="tx1"/>
          </a:solidFill>
          <a:latin typeface="+mn-lt"/>
          <a:ea typeface="+mn-ea"/>
        </a:defRPr>
      </a:lvl8pPr>
      <a:lvl9pPr marL="3894138" indent="-228600" algn="l" rtl="0" fontAlgn="base">
        <a:lnSpc>
          <a:spcPts val="2400"/>
        </a:lnSpc>
        <a:spcBef>
          <a:spcPct val="20000"/>
        </a:spcBef>
        <a:spcAft>
          <a:spcPct val="0"/>
        </a:spcAft>
        <a:buClr>
          <a:srgbClr val="CE1126"/>
        </a:buClr>
        <a:buFont typeface="Times" charset="0"/>
        <a:buChar char="•"/>
        <a:defRPr>
          <a:solidFill>
            <a:schemeClr val="tx1"/>
          </a:solidFill>
          <a:latin typeface="+mn-lt"/>
          <a:ea typeface="+mn-ea"/>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4" userDrawn="1">
          <p15:clr>
            <a:srgbClr val="F26B43"/>
          </p15:clr>
        </p15:guide>
        <p15:guide id="2" pos="861" userDrawn="1">
          <p15:clr>
            <a:srgbClr val="F26B43"/>
          </p15:clr>
        </p15:guide>
        <p15:guide id="3" pos="7219" userDrawn="1">
          <p15:clr>
            <a:srgbClr val="F26B43"/>
          </p15:clr>
        </p15:guide>
        <p15:guide id="4" orient="horz" pos="1003"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5.png"/><Relationship Id="rId1" Type="http://schemas.openxmlformats.org/officeDocument/2006/relationships/slideLayout" Target="../slideLayouts/slideLayout13.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8" Type="http://schemas.openxmlformats.org/officeDocument/2006/relationships/hyperlink" Target="https://de.wikipedia.org/wiki/Bidirektional" TargetMode="External"/><Relationship Id="rId13" Type="http://schemas.openxmlformats.org/officeDocument/2006/relationships/hyperlink" Target="https://de.wikipedia.org/wiki/Anwendungssoftware" TargetMode="External"/><Relationship Id="rId3" Type="http://schemas.openxmlformats.org/officeDocument/2006/relationships/image" Target="../media/image5.png"/><Relationship Id="rId7" Type="http://schemas.openxmlformats.org/officeDocument/2006/relationships/hyperlink" Target="https://de.wikipedia.org/wiki/Netzwerk" TargetMode="External"/><Relationship Id="rId12" Type="http://schemas.openxmlformats.org/officeDocument/2006/relationships/hyperlink" Target="https://de.wikipedia.org/wiki/Implementierung" TargetMode="External"/><Relationship Id="rId17" Type="http://schemas.openxmlformats.org/officeDocument/2006/relationships/image" Target="../media/image14.png"/><Relationship Id="rId2" Type="http://schemas.openxmlformats.org/officeDocument/2006/relationships/notesSlide" Target="../notesSlides/notesSlide2.xml"/><Relationship Id="rId16" Type="http://schemas.openxmlformats.org/officeDocument/2006/relationships/image" Target="../media/image13.png"/><Relationship Id="rId1" Type="http://schemas.openxmlformats.org/officeDocument/2006/relationships/slideLayout" Target="../slideLayouts/slideLayout13.xml"/><Relationship Id="rId6" Type="http://schemas.openxmlformats.org/officeDocument/2006/relationships/hyperlink" Target="https://de.wikipedia.org/wiki/Interprozesskommunikation" TargetMode="External"/><Relationship Id="rId11" Type="http://schemas.openxmlformats.org/officeDocument/2006/relationships/hyperlink" Target="https://de.wikipedia.org/wiki/Netzwerkprotokoll" TargetMode="External"/><Relationship Id="rId5" Type="http://schemas.openxmlformats.org/officeDocument/2006/relationships/hyperlink" Target="https://de.wikipedia.org/wiki/Computerprogramm" TargetMode="External"/><Relationship Id="rId15" Type="http://schemas.openxmlformats.org/officeDocument/2006/relationships/image" Target="../media/image12.png"/><Relationship Id="rId10" Type="http://schemas.openxmlformats.org/officeDocument/2006/relationships/hyperlink" Target="https://de.wikipedia.org/wiki/Application_Programming_Interface" TargetMode="External"/><Relationship Id="rId4" Type="http://schemas.openxmlformats.org/officeDocument/2006/relationships/hyperlink" Target="https://de.wikipedia.org/wiki/Betriebssystem" TargetMode="External"/><Relationship Id="rId9" Type="http://schemas.openxmlformats.org/officeDocument/2006/relationships/hyperlink" Target="https://de.wikipedia.org/wiki/Standard" TargetMode="External"/><Relationship Id="rId1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customXml" Target="../ink/ink4.xml"/><Relationship Id="rId18" Type="http://schemas.openxmlformats.org/officeDocument/2006/relationships/image" Target="../media/image24.png"/><Relationship Id="rId3" Type="http://schemas.openxmlformats.org/officeDocument/2006/relationships/image" Target="../media/image15.jpg"/><Relationship Id="rId21" Type="http://schemas.openxmlformats.org/officeDocument/2006/relationships/image" Target="../media/image26.png"/><Relationship Id="rId7" Type="http://schemas.openxmlformats.org/officeDocument/2006/relationships/customXml" Target="../ink/ink1.xml"/><Relationship Id="rId12" Type="http://schemas.openxmlformats.org/officeDocument/2006/relationships/image" Target="../media/image21.png"/><Relationship Id="rId17" Type="http://schemas.openxmlformats.org/officeDocument/2006/relationships/customXml" Target="../ink/ink6.xml"/><Relationship Id="rId2" Type="http://schemas.openxmlformats.org/officeDocument/2006/relationships/image" Target="../media/image5.png"/><Relationship Id="rId16" Type="http://schemas.openxmlformats.org/officeDocument/2006/relationships/image" Target="../media/image23.png"/><Relationship Id="rId20" Type="http://schemas.openxmlformats.org/officeDocument/2006/relationships/image" Target="../media/image25.png"/><Relationship Id="rId1" Type="http://schemas.openxmlformats.org/officeDocument/2006/relationships/slideLayout" Target="../slideLayouts/slideLayout13.xml"/><Relationship Id="rId6" Type="http://schemas.openxmlformats.org/officeDocument/2006/relationships/image" Target="../media/image18.jpg"/><Relationship Id="rId11" Type="http://schemas.openxmlformats.org/officeDocument/2006/relationships/customXml" Target="../ink/ink3.xml"/><Relationship Id="rId5" Type="http://schemas.openxmlformats.org/officeDocument/2006/relationships/image" Target="../media/image17.jpg"/><Relationship Id="rId15" Type="http://schemas.openxmlformats.org/officeDocument/2006/relationships/customXml" Target="../ink/ink5.xml"/><Relationship Id="rId23" Type="http://schemas.openxmlformats.org/officeDocument/2006/relationships/image" Target="../media/image28.jpg"/><Relationship Id="rId10" Type="http://schemas.openxmlformats.org/officeDocument/2006/relationships/image" Target="../media/image20.png"/><Relationship Id="rId19" Type="http://schemas.openxmlformats.org/officeDocument/2006/relationships/customXml" Target="../ink/ink7.xml"/><Relationship Id="rId4" Type="http://schemas.openxmlformats.org/officeDocument/2006/relationships/image" Target="../media/image16.jpg"/><Relationship Id="rId9" Type="http://schemas.openxmlformats.org/officeDocument/2006/relationships/customXml" Target="../ink/ink2.xml"/><Relationship Id="rId14" Type="http://schemas.openxmlformats.org/officeDocument/2006/relationships/image" Target="../media/image22.png"/><Relationship Id="rId22" Type="http://schemas.openxmlformats.org/officeDocument/2006/relationships/image" Target="../media/image27.jpeg"/></Relationships>
</file>

<file path=ppt/slides/_rels/slide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5.png"/><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hyperlink" Target="https://de.wikibooks.org/wiki/Java_Standard:_Socket_und_ServerSocket_(java.net)" TargetMode="External"/><Relationship Id="rId5" Type="http://schemas.openxmlformats.org/officeDocument/2006/relationships/hyperlink" Target="https://de.wikipedia.org/wiki/Socket_(Software)" TargetMode="External"/><Relationship Id="rId4" Type="http://schemas.openxmlformats.org/officeDocument/2006/relationships/hyperlink" Target="https://de.wikipedia.org/wiki/Model_View_Controller"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mailto:aziz@th-brandenburg.de" TargetMode="External"/><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Untertitel 2"/>
          <p:cNvSpPr>
            <a:spLocks noGrp="1"/>
          </p:cNvSpPr>
          <p:nvPr>
            <p:ph type="subTitle" idx="1"/>
          </p:nvPr>
        </p:nvSpPr>
        <p:spPr>
          <a:xfrm>
            <a:off x="751132" y="5686380"/>
            <a:ext cx="8534400" cy="609600"/>
          </a:xfrm>
        </p:spPr>
        <p:txBody>
          <a:bodyPr/>
          <a:lstStyle/>
          <a:p>
            <a:r>
              <a:rPr lang="de-DE" dirty="0">
                <a:latin typeface="Calibri (Textkörper)"/>
                <a:cs typeface="Tahoma"/>
              </a:rPr>
              <a:t>Tobias Madaj, Al Shah Aziz</a:t>
            </a:r>
            <a:endParaRPr lang="en-DE" dirty="0">
              <a:latin typeface="Calibri (Textkörper)"/>
              <a:cs typeface="Tahoma"/>
            </a:endParaRPr>
          </a:p>
        </p:txBody>
      </p:sp>
      <p:sp>
        <p:nvSpPr>
          <p:cNvPr id="5" name="Fußzeilenplatzhalter 4"/>
          <p:cNvSpPr>
            <a:spLocks noGrp="1"/>
          </p:cNvSpPr>
          <p:nvPr>
            <p:ph type="ftr" sz="quarter" idx="3"/>
          </p:nvPr>
        </p:nvSpPr>
        <p:spPr>
          <a:xfrm>
            <a:off x="736242" y="2626869"/>
            <a:ext cx="10719515" cy="1261361"/>
          </a:xfrm>
        </p:spPr>
        <p:txBody>
          <a:bodyPr lIns="91440" tIns="45720" rIns="91440" bIns="45720" anchor="t"/>
          <a:lstStyle/>
          <a:p>
            <a:pPr algn="l"/>
            <a:r>
              <a:rPr lang="de-DE" sz="4800" dirty="0">
                <a:latin typeface="Calibri (Textkörper)"/>
                <a:ea typeface="Tahoma Bold"/>
                <a:cs typeface="Calibri" panose="020F0502020204030204" pitchFamily="34" charset="0"/>
              </a:rPr>
              <a:t>E</a:t>
            </a:r>
            <a:r>
              <a:rPr lang="en-DE" sz="4800" dirty="0" err="1">
                <a:latin typeface="Calibri (Textkörper)"/>
                <a:ea typeface="Tahoma Bold"/>
                <a:cs typeface="Calibri" panose="020F0502020204030204" pitchFamily="34" charset="0"/>
              </a:rPr>
              <a:t>inführung</a:t>
            </a:r>
            <a:r>
              <a:rPr lang="en-DE" sz="4800" dirty="0">
                <a:latin typeface="Calibri (Textkörper)"/>
                <a:ea typeface="Tahoma Bold"/>
                <a:cs typeface="Calibri" panose="020F0502020204030204" pitchFamily="34" charset="0"/>
              </a:rPr>
              <a:t> in das </a:t>
            </a:r>
            <a:r>
              <a:rPr lang="en-DE" sz="4800" dirty="0" err="1">
                <a:latin typeface="Calibri (Textkörper)"/>
                <a:ea typeface="Tahoma Bold"/>
                <a:cs typeface="Calibri" panose="020F0502020204030204" pitchFamily="34" charset="0"/>
              </a:rPr>
              <a:t>objektorientierte</a:t>
            </a:r>
            <a:r>
              <a:rPr lang="en-DE" sz="4800" dirty="0">
                <a:latin typeface="Calibri (Textkörper)"/>
                <a:ea typeface="Tahoma Bold"/>
                <a:cs typeface="Calibri" panose="020F0502020204030204" pitchFamily="34" charset="0"/>
              </a:rPr>
              <a:t> </a:t>
            </a:r>
            <a:r>
              <a:rPr lang="en-DE" sz="4800" dirty="0" err="1">
                <a:latin typeface="Calibri (Textkörper)"/>
                <a:ea typeface="Tahoma Bold"/>
                <a:cs typeface="Calibri" panose="020F0502020204030204" pitchFamily="34" charset="0"/>
              </a:rPr>
              <a:t>Programmieren</a:t>
            </a:r>
            <a:r>
              <a:rPr lang="en-DE" sz="4800" dirty="0">
                <a:latin typeface="Calibri (Textkörper)"/>
                <a:ea typeface="Tahoma Bold"/>
                <a:cs typeface="Calibri" panose="020F0502020204030204" pitchFamily="34" charset="0"/>
              </a:rPr>
              <a:t> </a:t>
            </a:r>
            <a:r>
              <a:rPr lang="en-DE" sz="4800" dirty="0" err="1">
                <a:latin typeface="Calibri (Textkörper)"/>
                <a:ea typeface="Tahoma Bold"/>
                <a:cs typeface="Calibri" panose="020F0502020204030204" pitchFamily="34" charset="0"/>
              </a:rPr>
              <a:t>mit</a:t>
            </a:r>
            <a:r>
              <a:rPr lang="en-DE" sz="4800" dirty="0">
                <a:latin typeface="Calibri (Textkörper)"/>
                <a:ea typeface="Tahoma Bold"/>
                <a:cs typeface="Calibri" panose="020F0502020204030204" pitchFamily="34" charset="0"/>
              </a:rPr>
              <a:t> Java</a:t>
            </a:r>
            <a:endParaRPr lang="en-DE" b="0" dirty="0">
              <a:ea typeface="Tahoma Bold"/>
              <a:cs typeface="Tahoma Bold"/>
            </a:endParaRPr>
          </a:p>
          <a:p>
            <a:pPr algn="l"/>
            <a:endParaRPr lang="en-DE" sz="2000" b="0" dirty="0">
              <a:ea typeface="Tahoma Bold"/>
              <a:cs typeface="Tahoma Bold"/>
            </a:endParaRPr>
          </a:p>
          <a:p>
            <a:pPr algn="l"/>
            <a:r>
              <a:rPr lang="en-DE" sz="2000" b="0" dirty="0">
                <a:ea typeface="Tahoma Bold"/>
                <a:cs typeface="Tahoma Bold"/>
              </a:rPr>
              <a:t>Messager-</a:t>
            </a:r>
            <a:r>
              <a:rPr lang="en-DE" sz="2000" b="0" dirty="0" err="1">
                <a:ea typeface="Tahoma Bold"/>
                <a:cs typeface="Tahoma Bold"/>
              </a:rPr>
              <a:t>Dienst</a:t>
            </a:r>
            <a:endParaRPr lang="de-DE" sz="2000" b="0" dirty="0">
              <a:ea typeface="Tahoma Bold"/>
              <a:cs typeface="Tahoma Bold"/>
            </a:endParaRPr>
          </a:p>
        </p:txBody>
      </p:sp>
      <p:pic>
        <p:nvPicPr>
          <p:cNvPr id="6" name="Grafik 5" descr="Ein Bild, das Schrift, Grafiken, Logo, Grafikdesign enthält.&#10;&#10;Automatisch generierte Beschreibung">
            <a:extLst>
              <a:ext uri="{FF2B5EF4-FFF2-40B4-BE49-F238E27FC236}">
                <a16:creationId xmlns:a16="http://schemas.microsoft.com/office/drawing/2014/main" id="{F746E145-85DB-8C08-9609-F5365F98B8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3137" y="309716"/>
            <a:ext cx="2488162" cy="1038006"/>
          </a:xfrm>
          <a:prstGeom prst="rect">
            <a:avLst/>
          </a:prstGeom>
        </p:spPr>
      </p:pic>
    </p:spTree>
    <p:extLst>
      <p:ext uri="{BB962C8B-B14F-4D97-AF65-F5344CB8AC3E}">
        <p14:creationId xmlns:p14="http://schemas.microsoft.com/office/powerpoint/2010/main" val="3297534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094642" y="575565"/>
            <a:ext cx="10202546" cy="685800"/>
          </a:xfrm>
        </p:spPr>
        <p:txBody>
          <a:bodyPr>
            <a:normAutofit/>
          </a:bodyPr>
          <a:lstStyle/>
          <a:p>
            <a:r>
              <a:rPr lang="en-DE" sz="3200" dirty="0" err="1">
                <a:solidFill>
                  <a:schemeClr val="tx1"/>
                </a:solidFill>
                <a:latin typeface="Calibri (Textkörper)"/>
                <a:cs typeface="Tahoma Bold"/>
              </a:rPr>
              <a:t>Inhaltsverzeichnis</a:t>
            </a:r>
            <a:endParaRPr lang="de-DE" sz="3200" dirty="0">
              <a:solidFill>
                <a:schemeClr val="tx1"/>
              </a:solidFill>
              <a:latin typeface="Calibri (Textkörper)"/>
              <a:cs typeface="Tahoma Bold"/>
            </a:endParaRPr>
          </a:p>
          <a:p>
            <a:pPr algn="ctr"/>
            <a:endParaRPr lang="de-DE" dirty="0">
              <a:ea typeface="Tahoma Bold"/>
              <a:cs typeface="Tahoma Bold"/>
            </a:endParaRPr>
          </a:p>
          <a:p>
            <a:pPr marL="342900" indent="-342900">
              <a:buFont typeface="Arial"/>
              <a:buChar char="•"/>
            </a:pPr>
            <a:endParaRPr lang="de-DE" b="0" dirty="0">
              <a:cs typeface="Tahoma Bold"/>
            </a:endParaRPr>
          </a:p>
        </p:txBody>
      </p:sp>
      <p:sp>
        <p:nvSpPr>
          <p:cNvPr id="6" name="Fußzeilenplatzhalter 4"/>
          <p:cNvSpPr>
            <a:spLocks noGrp="1"/>
          </p:cNvSpPr>
          <p:nvPr>
            <p:ph type="ftr" sz="quarter" idx="3"/>
          </p:nvPr>
        </p:nvSpPr>
        <p:spPr>
          <a:prstGeom prst="rect">
            <a:avLst/>
          </a:prstGeom>
        </p:spPr>
        <p:txBody>
          <a:bodyPr lIns="91440" tIns="45720" rIns="91440" bIns="45720" anchor="t"/>
          <a:lstStyle>
            <a:lvl1pPr>
              <a:defRPr sz="800">
                <a:solidFill>
                  <a:schemeClr val="bg1"/>
                </a:solidFill>
              </a:defRPr>
            </a:lvl1pPr>
          </a:lstStyle>
          <a:p>
            <a:r>
              <a:rPr lang="de-DE" dirty="0">
                <a:latin typeface="Tahoma"/>
                <a:ea typeface="Tahoma"/>
                <a:cs typeface="Tahoma"/>
              </a:rPr>
              <a:t>Tobias Madaj, Al Shah Aziz</a:t>
            </a:r>
            <a:endParaRPr lang="de-DE" dirty="0">
              <a:cs typeface="Tahoma"/>
            </a:endParaRPr>
          </a:p>
        </p:txBody>
      </p:sp>
      <p:sp>
        <p:nvSpPr>
          <p:cNvPr id="5" name="Datumsplatzhalter 4"/>
          <p:cNvSpPr>
            <a:spLocks noGrp="1"/>
          </p:cNvSpPr>
          <p:nvPr>
            <p:ph type="dt" sz="half" idx="2"/>
          </p:nvPr>
        </p:nvSpPr>
        <p:spPr/>
        <p:txBody>
          <a:bodyPr/>
          <a:lstStyle/>
          <a:p>
            <a:r>
              <a:rPr lang="en-DE" dirty="0"/>
              <a:t>25.06.2023</a:t>
            </a:r>
            <a:endParaRPr lang="de-DE" dirty="0"/>
          </a:p>
        </p:txBody>
      </p:sp>
      <p:sp>
        <p:nvSpPr>
          <p:cNvPr id="9" name="TextBox 8">
            <a:extLst>
              <a:ext uri="{FF2B5EF4-FFF2-40B4-BE49-F238E27FC236}">
                <a16:creationId xmlns:a16="http://schemas.microsoft.com/office/drawing/2014/main" id="{3640D5E8-F2ED-B261-E6FE-EBB75210731F}"/>
              </a:ext>
            </a:extLst>
          </p:cNvPr>
          <p:cNvSpPr txBox="1"/>
          <p:nvPr/>
        </p:nvSpPr>
        <p:spPr>
          <a:xfrm>
            <a:off x="843743" y="1265592"/>
            <a:ext cx="10335358" cy="59400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nSpc>
                <a:spcPct val="200000"/>
              </a:lnSpc>
              <a:buAutoNum type="arabicPeriod"/>
            </a:pPr>
            <a:r>
              <a:rPr lang="en-DE" dirty="0" err="1">
                <a:latin typeface="Calibri (Textkörper)"/>
                <a:ea typeface="Tahoma"/>
                <a:cs typeface="Tahoma"/>
              </a:rPr>
              <a:t>Einführung</a:t>
            </a:r>
            <a:r>
              <a:rPr lang="en-DE" dirty="0">
                <a:latin typeface="Calibri (Textkörper)"/>
                <a:ea typeface="Tahoma"/>
                <a:cs typeface="Tahoma"/>
              </a:rPr>
              <a:t> in das </a:t>
            </a:r>
            <a:r>
              <a:rPr lang="en-DE" dirty="0" err="1">
                <a:latin typeface="Calibri (Textkörper)"/>
                <a:ea typeface="Tahoma"/>
                <a:cs typeface="Tahoma"/>
              </a:rPr>
              <a:t>Projekt</a:t>
            </a:r>
            <a:endParaRPr lang="en-DE" dirty="0">
              <a:latin typeface="Calibri (Textkörper)"/>
              <a:ea typeface="Tahoma"/>
              <a:cs typeface="Tahoma"/>
            </a:endParaRPr>
          </a:p>
          <a:p>
            <a:pPr marL="457200" indent="-457200">
              <a:lnSpc>
                <a:spcPct val="200000"/>
              </a:lnSpc>
              <a:buAutoNum type="arabicPeriod"/>
            </a:pPr>
            <a:r>
              <a:rPr lang="en-DE" dirty="0" err="1">
                <a:latin typeface="Calibri (Textkörper)"/>
                <a:ea typeface="Tahoma"/>
                <a:cs typeface="Tahoma"/>
              </a:rPr>
              <a:t>Anforderungsanalyse</a:t>
            </a:r>
            <a:endParaRPr lang="en-DE" dirty="0">
              <a:latin typeface="Calibri (Textkörper)"/>
              <a:ea typeface="Tahoma"/>
              <a:cs typeface="Tahoma"/>
            </a:endParaRPr>
          </a:p>
          <a:p>
            <a:pPr marL="457200" indent="-457200">
              <a:lnSpc>
                <a:spcPct val="200000"/>
              </a:lnSpc>
              <a:buAutoNum type="arabicPeriod"/>
            </a:pPr>
            <a:r>
              <a:rPr lang="en-DE" dirty="0" err="1">
                <a:latin typeface="Calibri (Textkörper)"/>
                <a:ea typeface="Tahoma"/>
                <a:cs typeface="Tahoma"/>
              </a:rPr>
              <a:t>Netzwerkprogrammierung</a:t>
            </a:r>
            <a:r>
              <a:rPr lang="en-DE" dirty="0">
                <a:latin typeface="Calibri (Textkörper)"/>
                <a:ea typeface="Tahoma"/>
                <a:cs typeface="Tahoma"/>
              </a:rPr>
              <a:t> und Java</a:t>
            </a:r>
          </a:p>
          <a:p>
            <a:pPr marL="457200" indent="-457200">
              <a:lnSpc>
                <a:spcPct val="200000"/>
              </a:lnSpc>
              <a:buAutoNum type="arabicPeriod"/>
            </a:pPr>
            <a:r>
              <a:rPr lang="en-DE" sz="2400" err="1">
                <a:solidFill>
                  <a:schemeClr val="tx1"/>
                </a:solidFill>
                <a:latin typeface="Calibri (Textkörper)"/>
                <a:ea typeface="Tahoma"/>
                <a:cs typeface="Tahoma"/>
              </a:rPr>
              <a:t>Erläuterung</a:t>
            </a:r>
            <a:r>
              <a:rPr lang="en-DE" sz="2400">
                <a:solidFill>
                  <a:schemeClr val="tx1"/>
                </a:solidFill>
                <a:latin typeface="Calibri (Textkörper)"/>
                <a:ea typeface="Tahoma"/>
                <a:cs typeface="Tahoma"/>
              </a:rPr>
              <a:t> von </a:t>
            </a:r>
            <a:r>
              <a:rPr lang="en-DE" sz="2400" dirty="0">
                <a:solidFill>
                  <a:schemeClr val="tx1"/>
                </a:solidFill>
                <a:latin typeface="Calibri (Textkörper)"/>
                <a:ea typeface="Tahoma"/>
                <a:cs typeface="Tahoma"/>
              </a:rPr>
              <a:t>Socket</a:t>
            </a:r>
          </a:p>
          <a:p>
            <a:pPr marL="457200" indent="-457200">
              <a:lnSpc>
                <a:spcPct val="200000"/>
              </a:lnSpc>
              <a:buAutoNum type="arabicPeriod"/>
            </a:pPr>
            <a:r>
              <a:rPr lang="en-DE" dirty="0">
                <a:latin typeface="Calibri (Textkörper)"/>
                <a:ea typeface="Tahoma"/>
                <a:cs typeface="Tahoma"/>
              </a:rPr>
              <a:t>Live-</a:t>
            </a:r>
            <a:r>
              <a:rPr lang="en-DE" dirty="0" err="1">
                <a:latin typeface="Calibri (Textkörper)"/>
                <a:ea typeface="Tahoma"/>
                <a:cs typeface="Tahoma"/>
              </a:rPr>
              <a:t>Präsentation</a:t>
            </a:r>
            <a:r>
              <a:rPr lang="en-DE" dirty="0">
                <a:latin typeface="Calibri (Textkörper)"/>
                <a:ea typeface="Tahoma"/>
                <a:cs typeface="Tahoma"/>
              </a:rPr>
              <a:t> </a:t>
            </a:r>
            <a:r>
              <a:rPr lang="en-DE" dirty="0" err="1">
                <a:latin typeface="Calibri (Textkörper)"/>
                <a:ea typeface="Tahoma"/>
                <a:cs typeface="Tahoma"/>
              </a:rPr>
              <a:t>unserer</a:t>
            </a:r>
            <a:r>
              <a:rPr lang="en-DE" dirty="0">
                <a:latin typeface="Calibri (Textkörper)"/>
                <a:ea typeface="Tahoma"/>
                <a:cs typeface="Tahoma"/>
              </a:rPr>
              <a:t> </a:t>
            </a:r>
            <a:r>
              <a:rPr lang="en-DE" dirty="0" err="1">
                <a:latin typeface="Calibri (Textkörper)"/>
                <a:ea typeface="Tahoma"/>
                <a:cs typeface="Tahoma"/>
              </a:rPr>
              <a:t>Anwendung</a:t>
            </a:r>
            <a:endParaRPr lang="en-DE" dirty="0">
              <a:latin typeface="Calibri (Textkörper)"/>
              <a:ea typeface="Tahoma"/>
              <a:cs typeface="Tahoma"/>
            </a:endParaRPr>
          </a:p>
          <a:p>
            <a:pPr marL="457200" indent="-457200">
              <a:lnSpc>
                <a:spcPct val="200000"/>
              </a:lnSpc>
              <a:buAutoNum type="arabicPeriod"/>
            </a:pPr>
            <a:r>
              <a:rPr lang="en-DE" dirty="0" err="1">
                <a:latin typeface="Calibri (Textkörper)"/>
                <a:ea typeface="Tahoma"/>
                <a:cs typeface="Tahoma"/>
              </a:rPr>
              <a:t>Literaturverzeichnis</a:t>
            </a:r>
            <a:endParaRPr lang="en-DE" dirty="0">
              <a:latin typeface="Calibri (Textkörper)"/>
              <a:ea typeface="Tahoma"/>
              <a:cs typeface="Tahoma"/>
            </a:endParaRPr>
          </a:p>
          <a:p>
            <a:pPr>
              <a:lnSpc>
                <a:spcPct val="150000"/>
              </a:lnSpc>
            </a:pPr>
            <a:endParaRPr lang="en-DE" dirty="0">
              <a:latin typeface="Calibri (Textkörper)"/>
              <a:ea typeface="Tahoma"/>
              <a:cs typeface="Tahoma"/>
            </a:endParaRPr>
          </a:p>
          <a:p>
            <a:pPr marL="457200" indent="-457200">
              <a:lnSpc>
                <a:spcPct val="150000"/>
              </a:lnSpc>
              <a:buAutoNum type="arabicPeriod"/>
            </a:pPr>
            <a:endParaRPr lang="de-DE" dirty="0">
              <a:latin typeface="Calibri (Textkörper)"/>
              <a:ea typeface="Tahoma"/>
              <a:cs typeface="Tahoma"/>
            </a:endParaRPr>
          </a:p>
          <a:p>
            <a:endParaRPr lang="de-DE" sz="2000" b="1" dirty="0">
              <a:latin typeface="Tahoma Bold"/>
              <a:ea typeface="Tahoma"/>
              <a:cs typeface="Tahoma"/>
            </a:endParaRPr>
          </a:p>
        </p:txBody>
      </p:sp>
      <p:pic>
        <p:nvPicPr>
          <p:cNvPr id="3" name="Grafik 2" descr="Ein Bild, das Schrift, Grafiken, Logo, Grafikdesign enthält.&#10;&#10;Automatisch generierte Beschreibung">
            <a:extLst>
              <a:ext uri="{FF2B5EF4-FFF2-40B4-BE49-F238E27FC236}">
                <a16:creationId xmlns:a16="http://schemas.microsoft.com/office/drawing/2014/main" id="{771D01B7-CCB5-0872-6178-4577475D43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59925" y="165114"/>
            <a:ext cx="2488162" cy="1038006"/>
          </a:xfrm>
          <a:prstGeom prst="rect">
            <a:avLst/>
          </a:prstGeom>
        </p:spPr>
      </p:pic>
    </p:spTree>
    <p:extLst>
      <p:ext uri="{BB962C8B-B14F-4D97-AF65-F5344CB8AC3E}">
        <p14:creationId xmlns:p14="http://schemas.microsoft.com/office/powerpoint/2010/main" val="890139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4DD64E-1B85-E734-7324-A7DE2453EB58}"/>
              </a:ext>
            </a:extLst>
          </p:cNvPr>
          <p:cNvSpPr>
            <a:spLocks noGrp="1"/>
          </p:cNvSpPr>
          <p:nvPr>
            <p:ph type="title"/>
          </p:nvPr>
        </p:nvSpPr>
        <p:spPr>
          <a:xfrm>
            <a:off x="1187127" y="542033"/>
            <a:ext cx="10202546" cy="685800"/>
          </a:xfrm>
        </p:spPr>
        <p:txBody>
          <a:bodyPr>
            <a:normAutofit/>
          </a:bodyPr>
          <a:lstStyle/>
          <a:p>
            <a:r>
              <a:rPr lang="en-DE" sz="3200" b="1" dirty="0">
                <a:solidFill>
                  <a:schemeClr val="tx1"/>
                </a:solidFill>
                <a:latin typeface="Calibri (Textkörper)"/>
                <a:ea typeface="Tahoma"/>
                <a:cs typeface="Tahoma"/>
              </a:rPr>
              <a:t>1. </a:t>
            </a:r>
            <a:r>
              <a:rPr lang="en-DE" sz="3200" b="1" dirty="0" err="1">
                <a:solidFill>
                  <a:schemeClr val="tx1"/>
                </a:solidFill>
                <a:latin typeface="Calibri (Textkörper)"/>
                <a:ea typeface="Tahoma"/>
                <a:cs typeface="Tahoma"/>
              </a:rPr>
              <a:t>Einführung</a:t>
            </a:r>
            <a:r>
              <a:rPr lang="en-DE" sz="3200" b="1" dirty="0">
                <a:solidFill>
                  <a:schemeClr val="tx1"/>
                </a:solidFill>
                <a:latin typeface="Calibri (Textkörper)"/>
                <a:ea typeface="Tahoma"/>
                <a:cs typeface="Tahoma"/>
              </a:rPr>
              <a:t> in das </a:t>
            </a:r>
            <a:r>
              <a:rPr lang="en-DE" sz="3200" b="1" dirty="0" err="1">
                <a:solidFill>
                  <a:schemeClr val="tx1"/>
                </a:solidFill>
                <a:latin typeface="Calibri (Textkörper)"/>
                <a:ea typeface="Tahoma"/>
                <a:cs typeface="Tahoma"/>
              </a:rPr>
              <a:t>Projekt</a:t>
            </a:r>
            <a:endParaRPr lang="de-DE" sz="3200" b="1" dirty="0">
              <a:solidFill>
                <a:schemeClr val="tx1"/>
              </a:solidFill>
              <a:latin typeface="Tahoma Bold"/>
              <a:ea typeface="Tahoma"/>
              <a:cs typeface="Tahoma"/>
            </a:endParaRPr>
          </a:p>
        </p:txBody>
      </p:sp>
      <p:sp>
        <p:nvSpPr>
          <p:cNvPr id="4" name="Footer Placeholder 3">
            <a:extLst>
              <a:ext uri="{FF2B5EF4-FFF2-40B4-BE49-F238E27FC236}">
                <a16:creationId xmlns:a16="http://schemas.microsoft.com/office/drawing/2014/main" id="{25CA61B9-261E-F62A-DFB5-B19A71704DE6}"/>
              </a:ext>
            </a:extLst>
          </p:cNvPr>
          <p:cNvSpPr>
            <a:spLocks noGrp="1"/>
          </p:cNvSpPr>
          <p:nvPr>
            <p:ph type="ftr" sz="quarter" idx="3"/>
          </p:nvPr>
        </p:nvSpPr>
        <p:spPr/>
        <p:txBody>
          <a:bodyPr lIns="91440" tIns="45720" rIns="91440" bIns="45720" anchor="t"/>
          <a:lstStyle/>
          <a:p>
            <a:r>
              <a:rPr lang="de-DE" dirty="0">
                <a:latin typeface="Tahoma"/>
                <a:ea typeface="Tahoma"/>
                <a:cs typeface="Tahoma"/>
              </a:rPr>
              <a:t>Tobias Madaj, Al Shah Azi</a:t>
            </a:r>
            <a:r>
              <a:rPr lang="en-DE" dirty="0">
                <a:latin typeface="Tahoma"/>
                <a:ea typeface="Tahoma"/>
                <a:cs typeface="Tahoma"/>
              </a:rPr>
              <a:t>z</a:t>
            </a:r>
            <a:endParaRPr lang="de-DE" dirty="0">
              <a:cs typeface="Tahoma"/>
            </a:endParaRPr>
          </a:p>
        </p:txBody>
      </p:sp>
      <p:sp>
        <p:nvSpPr>
          <p:cNvPr id="5" name="Date Placeholder 4">
            <a:extLst>
              <a:ext uri="{FF2B5EF4-FFF2-40B4-BE49-F238E27FC236}">
                <a16:creationId xmlns:a16="http://schemas.microsoft.com/office/drawing/2014/main" id="{8E065474-8480-4D39-9326-3F1955C995C4}"/>
              </a:ext>
            </a:extLst>
          </p:cNvPr>
          <p:cNvSpPr>
            <a:spLocks noGrp="1"/>
          </p:cNvSpPr>
          <p:nvPr>
            <p:ph type="dt" sz="half" idx="2"/>
          </p:nvPr>
        </p:nvSpPr>
        <p:spPr/>
        <p:txBody>
          <a:bodyPr/>
          <a:lstStyle/>
          <a:p>
            <a:r>
              <a:rPr lang="en-DE" dirty="0"/>
              <a:t>25.06.2023</a:t>
            </a:r>
            <a:endParaRPr lang="de-DE" dirty="0"/>
          </a:p>
        </p:txBody>
      </p:sp>
      <p:pic>
        <p:nvPicPr>
          <p:cNvPr id="7" name="Grafik 6" descr="Ein Bild, das Schrift, Grafiken, Logo, Grafikdesign enthält.&#10;&#10;Automatisch generierte Beschreibung">
            <a:extLst>
              <a:ext uri="{FF2B5EF4-FFF2-40B4-BE49-F238E27FC236}">
                <a16:creationId xmlns:a16="http://schemas.microsoft.com/office/drawing/2014/main" id="{6BA0DF91-51F4-D64E-1B28-CBA77BAFF3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3137" y="309716"/>
            <a:ext cx="2488162" cy="1038006"/>
          </a:xfrm>
          <a:prstGeom prst="rect">
            <a:avLst/>
          </a:prstGeom>
        </p:spPr>
      </p:pic>
      <p:sp>
        <p:nvSpPr>
          <p:cNvPr id="2" name="TextBox 1">
            <a:extLst>
              <a:ext uri="{FF2B5EF4-FFF2-40B4-BE49-F238E27FC236}">
                <a16:creationId xmlns:a16="http://schemas.microsoft.com/office/drawing/2014/main" id="{A0E5416D-DA78-BEB6-3D1B-FF985526C019}"/>
              </a:ext>
            </a:extLst>
          </p:cNvPr>
          <p:cNvSpPr txBox="1"/>
          <p:nvPr/>
        </p:nvSpPr>
        <p:spPr>
          <a:xfrm>
            <a:off x="4135006" y="1706543"/>
            <a:ext cx="8056994" cy="6001643"/>
          </a:xfrm>
          <a:prstGeom prst="rect">
            <a:avLst/>
          </a:prstGeom>
          <a:noFill/>
        </p:spPr>
        <p:txBody>
          <a:bodyPr wrap="square" rtlCol="0">
            <a:spAutoFit/>
          </a:bodyPr>
          <a:lstStyle/>
          <a:p>
            <a:r>
              <a:rPr lang="en-DE" dirty="0"/>
              <a:t>Online Fitness </a:t>
            </a:r>
            <a:r>
              <a:rPr lang="en-DE" dirty="0" err="1"/>
              <a:t>Gmbh</a:t>
            </a:r>
            <a:r>
              <a:rPr lang="en-DE" dirty="0"/>
              <a:t> </a:t>
            </a:r>
            <a:r>
              <a:rPr lang="en-DE" dirty="0" err="1"/>
              <a:t>imaginäres</a:t>
            </a:r>
            <a:r>
              <a:rPr lang="en-DE" dirty="0"/>
              <a:t> </a:t>
            </a:r>
            <a:r>
              <a:rPr lang="en-DE" dirty="0" err="1"/>
              <a:t>Unternehmen</a:t>
            </a:r>
            <a:r>
              <a:rPr lang="en-DE" dirty="0"/>
              <a:t> </a:t>
            </a:r>
            <a:r>
              <a:rPr lang="en-DE" dirty="0" err="1"/>
              <a:t>bekannt</a:t>
            </a:r>
            <a:r>
              <a:rPr lang="en-DE" dirty="0"/>
              <a:t> </a:t>
            </a:r>
            <a:r>
              <a:rPr lang="en-DE" dirty="0" err="1"/>
              <a:t>aus</a:t>
            </a:r>
            <a:r>
              <a:rPr lang="en-DE" dirty="0"/>
              <a:t> </a:t>
            </a:r>
            <a:r>
              <a:rPr lang="en-DE" dirty="0" err="1"/>
              <a:t>Vorlesungen</a:t>
            </a:r>
            <a:r>
              <a:rPr lang="en-DE" dirty="0"/>
              <a:t> </a:t>
            </a:r>
            <a:r>
              <a:rPr lang="en-DE" dirty="0" err="1"/>
              <a:t>Businessplan</a:t>
            </a:r>
            <a:r>
              <a:rPr lang="en-DE" dirty="0"/>
              <a:t>, </a:t>
            </a:r>
            <a:r>
              <a:rPr lang="en-DE" dirty="0" err="1"/>
              <a:t>Datenbanken</a:t>
            </a:r>
            <a:r>
              <a:rPr lang="en-DE" dirty="0"/>
              <a:t> II und </a:t>
            </a:r>
            <a:r>
              <a:rPr lang="en-DE" dirty="0" err="1"/>
              <a:t>Softwareergonomie</a:t>
            </a:r>
            <a:endParaRPr lang="en-DE" dirty="0"/>
          </a:p>
          <a:p>
            <a:endParaRPr lang="en-DE" dirty="0"/>
          </a:p>
          <a:p>
            <a:r>
              <a:rPr lang="en-DE" dirty="0" err="1"/>
              <a:t>Firma</a:t>
            </a:r>
            <a:r>
              <a:rPr lang="en-DE" dirty="0"/>
              <a:t> </a:t>
            </a:r>
            <a:r>
              <a:rPr lang="en-DE" dirty="0" err="1"/>
              <a:t>soll</a:t>
            </a:r>
            <a:r>
              <a:rPr lang="en-DE" dirty="0"/>
              <a:t> Software für </a:t>
            </a:r>
            <a:r>
              <a:rPr lang="en-DE" dirty="0" err="1"/>
              <a:t>Fitnesstudios</a:t>
            </a:r>
            <a:r>
              <a:rPr lang="en-DE" dirty="0"/>
              <a:t> und IoT </a:t>
            </a:r>
            <a:r>
              <a:rPr lang="en-DE" dirty="0" err="1"/>
              <a:t>Fitnesstraininggeräte</a:t>
            </a:r>
            <a:r>
              <a:rPr lang="en-DE" dirty="0"/>
              <a:t> </a:t>
            </a:r>
            <a:r>
              <a:rPr lang="en-DE" dirty="0" err="1"/>
              <a:t>herstellen</a:t>
            </a:r>
            <a:r>
              <a:rPr lang="en-DE" dirty="0"/>
              <a:t>. </a:t>
            </a:r>
          </a:p>
          <a:p>
            <a:endParaRPr lang="en-DE" dirty="0"/>
          </a:p>
          <a:p>
            <a:endParaRPr lang="en-DE" dirty="0"/>
          </a:p>
          <a:p>
            <a:r>
              <a:rPr lang="en-DE" b="1" dirty="0" err="1"/>
              <a:t>Entwickelt</a:t>
            </a:r>
            <a:r>
              <a:rPr lang="en-DE" b="1" dirty="0"/>
              <a:t> </a:t>
            </a:r>
            <a:r>
              <a:rPr lang="en-DE" b="1" dirty="0" err="1"/>
              <a:t>eine</a:t>
            </a:r>
            <a:r>
              <a:rPr lang="en-DE" b="1" dirty="0"/>
              <a:t> Messager-App für die interne </a:t>
            </a:r>
            <a:r>
              <a:rPr lang="en-DE" b="1" dirty="0" err="1"/>
              <a:t>Firmenkommunikation</a:t>
            </a:r>
            <a:r>
              <a:rPr lang="en-DE" b="1" dirty="0"/>
              <a:t> </a:t>
            </a:r>
          </a:p>
          <a:p>
            <a:endParaRPr lang="en-DE" dirty="0"/>
          </a:p>
          <a:p>
            <a:endParaRPr lang="en-DE" dirty="0"/>
          </a:p>
          <a:p>
            <a:endParaRPr lang="en-DE" dirty="0"/>
          </a:p>
          <a:p>
            <a:endParaRPr lang="en-DE" dirty="0"/>
          </a:p>
          <a:p>
            <a:endParaRPr lang="en-DE" dirty="0"/>
          </a:p>
          <a:p>
            <a:endParaRPr lang="en-DE" dirty="0"/>
          </a:p>
        </p:txBody>
      </p:sp>
      <p:pic>
        <p:nvPicPr>
          <p:cNvPr id="8" name="Picture 7" descr="A picture containing white, logo, font, symbol&#10;&#10;Description automatically generated">
            <a:extLst>
              <a:ext uri="{FF2B5EF4-FFF2-40B4-BE49-F238E27FC236}">
                <a16:creationId xmlns:a16="http://schemas.microsoft.com/office/drawing/2014/main" id="{F4FE3EC2-06E7-0FF9-092C-9E9FF32B78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285" y="2018787"/>
            <a:ext cx="3356738" cy="3356738"/>
          </a:xfrm>
          <a:prstGeom prst="rect">
            <a:avLst/>
          </a:prstGeom>
        </p:spPr>
      </p:pic>
    </p:spTree>
    <p:extLst>
      <p:ext uri="{BB962C8B-B14F-4D97-AF65-F5344CB8AC3E}">
        <p14:creationId xmlns:p14="http://schemas.microsoft.com/office/powerpoint/2010/main" val="799651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4DD64E-1B85-E734-7324-A7DE2453EB58}"/>
              </a:ext>
            </a:extLst>
          </p:cNvPr>
          <p:cNvSpPr>
            <a:spLocks noGrp="1"/>
          </p:cNvSpPr>
          <p:nvPr>
            <p:ph type="title"/>
          </p:nvPr>
        </p:nvSpPr>
        <p:spPr>
          <a:xfrm>
            <a:off x="1187127" y="542033"/>
            <a:ext cx="10202546" cy="685800"/>
          </a:xfrm>
        </p:spPr>
        <p:txBody>
          <a:bodyPr>
            <a:normAutofit/>
          </a:bodyPr>
          <a:lstStyle/>
          <a:p>
            <a:r>
              <a:rPr lang="en-DE" sz="3200" b="1" dirty="0">
                <a:solidFill>
                  <a:schemeClr val="tx1"/>
                </a:solidFill>
                <a:latin typeface="Calibri (Textkörper)"/>
                <a:ea typeface="Tahoma"/>
                <a:cs typeface="Tahoma"/>
              </a:rPr>
              <a:t>2. </a:t>
            </a:r>
            <a:r>
              <a:rPr lang="en-DE" sz="3200" b="1" dirty="0" err="1">
                <a:solidFill>
                  <a:schemeClr val="tx1"/>
                </a:solidFill>
                <a:latin typeface="Calibri (Textkörper)"/>
                <a:ea typeface="Tahoma"/>
                <a:cs typeface="Tahoma"/>
              </a:rPr>
              <a:t>Anforderungsanalyse</a:t>
            </a:r>
            <a:endParaRPr lang="de-DE" sz="3200" b="1" dirty="0">
              <a:solidFill>
                <a:schemeClr val="tx1"/>
              </a:solidFill>
              <a:latin typeface="Tahoma Bold"/>
              <a:ea typeface="Tahoma"/>
              <a:cs typeface="Tahoma"/>
            </a:endParaRPr>
          </a:p>
        </p:txBody>
      </p:sp>
      <p:sp>
        <p:nvSpPr>
          <p:cNvPr id="4" name="Footer Placeholder 3">
            <a:extLst>
              <a:ext uri="{FF2B5EF4-FFF2-40B4-BE49-F238E27FC236}">
                <a16:creationId xmlns:a16="http://schemas.microsoft.com/office/drawing/2014/main" id="{25CA61B9-261E-F62A-DFB5-B19A71704DE6}"/>
              </a:ext>
            </a:extLst>
          </p:cNvPr>
          <p:cNvSpPr>
            <a:spLocks noGrp="1"/>
          </p:cNvSpPr>
          <p:nvPr>
            <p:ph type="ftr" sz="quarter" idx="3"/>
          </p:nvPr>
        </p:nvSpPr>
        <p:spPr/>
        <p:txBody>
          <a:bodyPr lIns="91440" tIns="45720" rIns="91440" bIns="45720" anchor="t"/>
          <a:lstStyle/>
          <a:p>
            <a:r>
              <a:rPr lang="de-DE" dirty="0">
                <a:latin typeface="Tahoma"/>
                <a:ea typeface="Tahoma"/>
                <a:cs typeface="Tahoma"/>
              </a:rPr>
              <a:t>Tobias Madaj, Al Shah Aziz</a:t>
            </a:r>
          </a:p>
          <a:p>
            <a:endParaRPr lang="de-DE" dirty="0">
              <a:cs typeface="Tahoma"/>
            </a:endParaRPr>
          </a:p>
        </p:txBody>
      </p:sp>
      <p:sp>
        <p:nvSpPr>
          <p:cNvPr id="5" name="Date Placeholder 4">
            <a:extLst>
              <a:ext uri="{FF2B5EF4-FFF2-40B4-BE49-F238E27FC236}">
                <a16:creationId xmlns:a16="http://schemas.microsoft.com/office/drawing/2014/main" id="{8E065474-8480-4D39-9326-3F1955C995C4}"/>
              </a:ext>
            </a:extLst>
          </p:cNvPr>
          <p:cNvSpPr>
            <a:spLocks noGrp="1"/>
          </p:cNvSpPr>
          <p:nvPr>
            <p:ph type="dt" sz="half" idx="2"/>
          </p:nvPr>
        </p:nvSpPr>
        <p:spPr/>
        <p:txBody>
          <a:bodyPr/>
          <a:lstStyle/>
          <a:p>
            <a:r>
              <a:rPr lang="en-DE" dirty="0"/>
              <a:t>25.06.2023</a:t>
            </a:r>
            <a:endParaRPr lang="de-DE" dirty="0"/>
          </a:p>
        </p:txBody>
      </p:sp>
      <p:pic>
        <p:nvPicPr>
          <p:cNvPr id="7" name="Grafik 6" descr="Ein Bild, das Schrift, Grafiken, Logo, Grafikdesign enthält.&#10;&#10;Automatisch generierte Beschreibung">
            <a:extLst>
              <a:ext uri="{FF2B5EF4-FFF2-40B4-BE49-F238E27FC236}">
                <a16:creationId xmlns:a16="http://schemas.microsoft.com/office/drawing/2014/main" id="{6BA0DF91-51F4-D64E-1B28-CBA77BAFF3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3137" y="309716"/>
            <a:ext cx="2488162" cy="1038006"/>
          </a:xfrm>
          <a:prstGeom prst="rect">
            <a:avLst/>
          </a:prstGeom>
        </p:spPr>
      </p:pic>
      <p:sp>
        <p:nvSpPr>
          <p:cNvPr id="2" name="TextBox 1">
            <a:extLst>
              <a:ext uri="{FF2B5EF4-FFF2-40B4-BE49-F238E27FC236}">
                <a16:creationId xmlns:a16="http://schemas.microsoft.com/office/drawing/2014/main" id="{858AC8B0-3975-75BB-75CD-1958E98E8C53}"/>
              </a:ext>
            </a:extLst>
          </p:cNvPr>
          <p:cNvSpPr txBox="1"/>
          <p:nvPr/>
        </p:nvSpPr>
        <p:spPr>
          <a:xfrm>
            <a:off x="592968" y="1737543"/>
            <a:ext cx="11006064" cy="3894977"/>
          </a:xfrm>
          <a:prstGeom prst="rect">
            <a:avLst/>
          </a:prstGeom>
          <a:noFill/>
        </p:spPr>
        <p:txBody>
          <a:bodyPr wrap="square" lIns="91440" tIns="45720" rIns="91440" bIns="45720" rtlCol="0" anchor="t">
            <a:spAutoFit/>
          </a:bodyPr>
          <a:lstStyle/>
          <a:p>
            <a:r>
              <a:rPr lang="en-DE" b="1" dirty="0" err="1">
                <a:latin typeface="Tahoma"/>
                <a:ea typeface="ＭＳ Ｐゴシック"/>
                <a:cs typeface="Tahoma"/>
              </a:rPr>
              <a:t>Anforderungen</a:t>
            </a:r>
            <a:r>
              <a:rPr lang="en-DE" b="1" dirty="0">
                <a:latin typeface="Tahoma"/>
                <a:ea typeface="ＭＳ Ｐゴシック"/>
                <a:cs typeface="Tahoma"/>
              </a:rPr>
              <a:t> an </a:t>
            </a:r>
            <a:r>
              <a:rPr lang="en-DE" b="1" dirty="0" err="1">
                <a:latin typeface="Tahoma"/>
                <a:ea typeface="ＭＳ Ｐゴシック"/>
                <a:cs typeface="Tahoma"/>
              </a:rPr>
              <a:t>unser</a:t>
            </a:r>
            <a:r>
              <a:rPr lang="en-DE" b="1" dirty="0">
                <a:latin typeface="Tahoma"/>
                <a:ea typeface="ＭＳ Ｐゴシック"/>
                <a:cs typeface="Tahoma"/>
              </a:rPr>
              <a:t> </a:t>
            </a:r>
            <a:r>
              <a:rPr lang="en-DE" b="1" dirty="0" err="1">
                <a:latin typeface="Tahoma"/>
                <a:ea typeface="ＭＳ Ｐゴシック"/>
                <a:cs typeface="Tahoma"/>
              </a:rPr>
              <a:t>Projekt</a:t>
            </a:r>
            <a:endParaRPr lang="en-DE" b="1" dirty="0">
              <a:latin typeface="Tahoma"/>
              <a:ea typeface="ＭＳ Ｐゴシック"/>
              <a:cs typeface="Tahoma"/>
            </a:endParaRPr>
          </a:p>
          <a:p>
            <a:br>
              <a:rPr lang="en-DE" dirty="0"/>
            </a:br>
            <a:r>
              <a:rPr lang="de-DE" dirty="0"/>
              <a:t>M</a:t>
            </a:r>
            <a:r>
              <a:rPr lang="en-DE" dirty="0" err="1"/>
              <a:t>uss</a:t>
            </a:r>
            <a:r>
              <a:rPr lang="en-DE" dirty="0"/>
              <a:t> </a:t>
            </a:r>
            <a:r>
              <a:rPr lang="en-DE" dirty="0" err="1"/>
              <a:t>mit</a:t>
            </a:r>
            <a:r>
              <a:rPr lang="en-DE" dirty="0"/>
              <a:t> CSS </a:t>
            </a:r>
            <a:r>
              <a:rPr lang="en-DE" dirty="0" err="1"/>
              <a:t>gestylt</a:t>
            </a:r>
            <a:r>
              <a:rPr lang="en-DE" dirty="0"/>
              <a:t> sein</a:t>
            </a:r>
          </a:p>
          <a:p>
            <a:pPr>
              <a:lnSpc>
                <a:spcPct val="150000"/>
              </a:lnSpc>
            </a:pPr>
            <a:r>
              <a:rPr lang="de-DE" dirty="0"/>
              <a:t>B</a:t>
            </a:r>
            <a:r>
              <a:rPr lang="en-DE" dirty="0" err="1"/>
              <a:t>enutzt</a:t>
            </a:r>
            <a:r>
              <a:rPr lang="en-DE" dirty="0"/>
              <a:t> </a:t>
            </a:r>
            <a:r>
              <a:rPr lang="en-DE" dirty="0" err="1"/>
              <a:t>eine</a:t>
            </a:r>
            <a:r>
              <a:rPr lang="en-DE" dirty="0"/>
              <a:t> </a:t>
            </a:r>
            <a:r>
              <a:rPr lang="en-DE" dirty="0" err="1"/>
              <a:t>zur</a:t>
            </a:r>
            <a:r>
              <a:rPr lang="en-DE" dirty="0"/>
              <a:t> </a:t>
            </a:r>
            <a:r>
              <a:rPr lang="en-DE" dirty="0" err="1"/>
              <a:t>vereinfachung</a:t>
            </a:r>
            <a:r>
              <a:rPr lang="en-DE" dirty="0"/>
              <a:t> </a:t>
            </a:r>
            <a:r>
              <a:rPr lang="en-DE" dirty="0" err="1"/>
              <a:t>eine</a:t>
            </a:r>
            <a:r>
              <a:rPr lang="en-DE" dirty="0"/>
              <a:t> Client-Server </a:t>
            </a:r>
            <a:r>
              <a:rPr lang="en-DE" dirty="0" err="1"/>
              <a:t>Architektur</a:t>
            </a:r>
            <a:endParaRPr lang="en-DE" dirty="0"/>
          </a:p>
          <a:p>
            <a:pPr>
              <a:lnSpc>
                <a:spcPct val="150000"/>
              </a:lnSpc>
            </a:pPr>
            <a:r>
              <a:rPr lang="en-DE" dirty="0" err="1"/>
              <a:t>Benutzt</a:t>
            </a:r>
            <a:r>
              <a:rPr lang="en-DE" dirty="0"/>
              <a:t> </a:t>
            </a:r>
            <a:r>
              <a:rPr lang="en-DE" dirty="0" err="1"/>
              <a:t>als</a:t>
            </a:r>
            <a:r>
              <a:rPr lang="en-DE" dirty="0"/>
              <a:t> Icon das </a:t>
            </a:r>
            <a:r>
              <a:rPr lang="en-DE" dirty="0" err="1"/>
              <a:t>imaginäre</a:t>
            </a:r>
            <a:r>
              <a:rPr lang="en-DE" dirty="0"/>
              <a:t> </a:t>
            </a:r>
            <a:r>
              <a:rPr lang="en-DE" dirty="0" err="1"/>
              <a:t>Firmenlogo</a:t>
            </a:r>
            <a:r>
              <a:rPr lang="en-DE" dirty="0"/>
              <a:t> von Online Fitness GmbH</a:t>
            </a:r>
          </a:p>
          <a:p>
            <a:pPr>
              <a:lnSpc>
                <a:spcPct val="150000"/>
              </a:lnSpc>
            </a:pPr>
            <a:r>
              <a:rPr lang="en-DE" dirty="0"/>
              <a:t>Soll </a:t>
            </a:r>
            <a:r>
              <a:rPr lang="en-DE" dirty="0" err="1"/>
              <a:t>Grundfunktionalität</a:t>
            </a:r>
            <a:r>
              <a:rPr lang="en-DE" dirty="0"/>
              <a:t> </a:t>
            </a:r>
            <a:r>
              <a:rPr lang="en-DE" dirty="0" err="1"/>
              <a:t>bieten</a:t>
            </a:r>
            <a:r>
              <a:rPr lang="en-DE" dirty="0"/>
              <a:t> um </a:t>
            </a:r>
          </a:p>
          <a:p>
            <a:pPr>
              <a:lnSpc>
                <a:spcPct val="150000"/>
              </a:lnSpc>
            </a:pPr>
            <a:r>
              <a:rPr lang="en-DE" dirty="0"/>
              <a:t>Muss Threads </a:t>
            </a:r>
            <a:r>
              <a:rPr lang="en-DE" dirty="0" err="1"/>
              <a:t>implementiert</a:t>
            </a:r>
            <a:r>
              <a:rPr lang="en-DE" dirty="0"/>
              <a:t> </a:t>
            </a:r>
            <a:r>
              <a:rPr lang="en-DE" dirty="0" err="1"/>
              <a:t>haben</a:t>
            </a:r>
            <a:r>
              <a:rPr lang="en-DE" dirty="0"/>
              <a:t> 	</a:t>
            </a:r>
            <a:r>
              <a:rPr lang="en-DE" dirty="0">
                <a:sym typeface="Wingdings" panose="05000000000000000000" pitchFamily="2" charset="2"/>
              </a:rPr>
              <a:t> </a:t>
            </a:r>
            <a:r>
              <a:rPr lang="en-DE" b="1" dirty="0" err="1">
                <a:sym typeface="Wingdings" panose="05000000000000000000" pitchFamily="2" charset="2"/>
              </a:rPr>
              <a:t>Threadprogrammierung</a:t>
            </a:r>
            <a:endParaRPr lang="en-DE" b="1" dirty="0"/>
          </a:p>
          <a:p>
            <a:pPr>
              <a:lnSpc>
                <a:spcPct val="150000"/>
              </a:lnSpc>
            </a:pPr>
            <a:r>
              <a:rPr lang="en-DE" dirty="0"/>
              <a:t>Muss </a:t>
            </a:r>
            <a:r>
              <a:rPr lang="en-DE" dirty="0" err="1"/>
              <a:t>über</a:t>
            </a:r>
            <a:r>
              <a:rPr lang="en-DE" dirty="0"/>
              <a:t> Sockets </a:t>
            </a:r>
            <a:r>
              <a:rPr lang="en-DE" dirty="0" err="1"/>
              <a:t>funktionieren</a:t>
            </a:r>
            <a:r>
              <a:rPr lang="en-DE" dirty="0"/>
              <a:t>		</a:t>
            </a:r>
            <a:r>
              <a:rPr lang="en-DE" dirty="0">
                <a:sym typeface="Wingdings" panose="05000000000000000000" pitchFamily="2" charset="2"/>
              </a:rPr>
              <a:t> </a:t>
            </a:r>
            <a:r>
              <a:rPr lang="en-DE" b="1" dirty="0" err="1">
                <a:sym typeface="Wingdings" panose="05000000000000000000" pitchFamily="2" charset="2"/>
              </a:rPr>
              <a:t>Netzwerkprogrammierung</a:t>
            </a:r>
            <a:endParaRPr lang="en-DE" b="1" dirty="0"/>
          </a:p>
        </p:txBody>
      </p:sp>
    </p:spTree>
    <p:extLst>
      <p:ext uri="{BB962C8B-B14F-4D97-AF65-F5344CB8AC3E}">
        <p14:creationId xmlns:p14="http://schemas.microsoft.com/office/powerpoint/2010/main" val="3585674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4DD64E-1B85-E734-7324-A7DE2453EB58}"/>
              </a:ext>
            </a:extLst>
          </p:cNvPr>
          <p:cNvSpPr>
            <a:spLocks noGrp="1"/>
          </p:cNvSpPr>
          <p:nvPr>
            <p:ph type="title"/>
          </p:nvPr>
        </p:nvSpPr>
        <p:spPr>
          <a:xfrm>
            <a:off x="1205600" y="578978"/>
            <a:ext cx="10202546" cy="685800"/>
          </a:xfrm>
        </p:spPr>
        <p:txBody>
          <a:bodyPr>
            <a:normAutofit fontScale="90000"/>
          </a:bodyPr>
          <a:lstStyle/>
          <a:p>
            <a:r>
              <a:rPr lang="en-DE" sz="3200" b="1" dirty="0">
                <a:solidFill>
                  <a:schemeClr val="tx1"/>
                </a:solidFill>
                <a:latin typeface="Calibri (Textkörper)"/>
                <a:ea typeface="Tahoma"/>
                <a:cs typeface="Tahoma"/>
              </a:rPr>
              <a:t>3. </a:t>
            </a:r>
            <a:r>
              <a:rPr lang="en-DE" sz="3200" dirty="0" err="1">
                <a:solidFill>
                  <a:schemeClr val="tx1"/>
                </a:solidFill>
                <a:latin typeface="Calibri (Textkörper)"/>
                <a:ea typeface="Tahoma"/>
                <a:cs typeface="Tahoma"/>
              </a:rPr>
              <a:t>Netzwerkprogrammierung</a:t>
            </a:r>
            <a:r>
              <a:rPr lang="en-DE" sz="3200" dirty="0">
                <a:solidFill>
                  <a:schemeClr val="tx1"/>
                </a:solidFill>
                <a:latin typeface="Calibri (Textkörper)"/>
                <a:ea typeface="Tahoma"/>
                <a:cs typeface="Tahoma"/>
              </a:rPr>
              <a:t> und Java</a:t>
            </a:r>
            <a:br>
              <a:rPr lang="en-DE" sz="3200" dirty="0">
                <a:solidFill>
                  <a:schemeClr val="tx1"/>
                </a:solidFill>
                <a:latin typeface="Calibri (Textkörper)"/>
                <a:ea typeface="Tahoma"/>
                <a:cs typeface="Tahoma"/>
              </a:rPr>
            </a:br>
            <a:endParaRPr lang="de-DE" sz="3200" b="1" dirty="0">
              <a:solidFill>
                <a:schemeClr val="tx1"/>
              </a:solidFill>
              <a:latin typeface="Tahoma Bold"/>
              <a:ea typeface="Tahoma"/>
              <a:cs typeface="Tahoma"/>
            </a:endParaRPr>
          </a:p>
        </p:txBody>
      </p:sp>
      <p:sp>
        <p:nvSpPr>
          <p:cNvPr id="4" name="Footer Placeholder 3">
            <a:extLst>
              <a:ext uri="{FF2B5EF4-FFF2-40B4-BE49-F238E27FC236}">
                <a16:creationId xmlns:a16="http://schemas.microsoft.com/office/drawing/2014/main" id="{25CA61B9-261E-F62A-DFB5-B19A71704DE6}"/>
              </a:ext>
            </a:extLst>
          </p:cNvPr>
          <p:cNvSpPr>
            <a:spLocks noGrp="1"/>
          </p:cNvSpPr>
          <p:nvPr>
            <p:ph type="ftr" sz="quarter" idx="3"/>
          </p:nvPr>
        </p:nvSpPr>
        <p:spPr/>
        <p:txBody>
          <a:bodyPr lIns="91440" tIns="45720" rIns="91440" bIns="45720" anchor="t"/>
          <a:lstStyle/>
          <a:p>
            <a:r>
              <a:rPr lang="de-DE" dirty="0">
                <a:latin typeface="Tahoma"/>
                <a:ea typeface="Tahoma"/>
                <a:cs typeface="Tahoma"/>
              </a:rPr>
              <a:t>Tobias Madaj, Al Shah Aziz</a:t>
            </a:r>
            <a:endParaRPr lang="de-DE" dirty="0">
              <a:cs typeface="Tahoma"/>
            </a:endParaRPr>
          </a:p>
        </p:txBody>
      </p:sp>
      <p:sp>
        <p:nvSpPr>
          <p:cNvPr id="5" name="Date Placeholder 4">
            <a:extLst>
              <a:ext uri="{FF2B5EF4-FFF2-40B4-BE49-F238E27FC236}">
                <a16:creationId xmlns:a16="http://schemas.microsoft.com/office/drawing/2014/main" id="{8E065474-8480-4D39-9326-3F1955C995C4}"/>
              </a:ext>
            </a:extLst>
          </p:cNvPr>
          <p:cNvSpPr>
            <a:spLocks noGrp="1"/>
          </p:cNvSpPr>
          <p:nvPr>
            <p:ph type="dt" sz="half" idx="2"/>
          </p:nvPr>
        </p:nvSpPr>
        <p:spPr/>
        <p:txBody>
          <a:bodyPr/>
          <a:lstStyle/>
          <a:p>
            <a:r>
              <a:rPr lang="en-DE" dirty="0"/>
              <a:t>25.06.2023</a:t>
            </a:r>
            <a:endParaRPr lang="de-DE" dirty="0"/>
          </a:p>
        </p:txBody>
      </p:sp>
      <p:pic>
        <p:nvPicPr>
          <p:cNvPr id="2" name="Grafik 1" descr="Ein Bild, das Schrift, Grafiken, Logo, Grafikdesign enthält.&#10;&#10;Automatisch generierte Beschreibung">
            <a:extLst>
              <a:ext uri="{FF2B5EF4-FFF2-40B4-BE49-F238E27FC236}">
                <a16:creationId xmlns:a16="http://schemas.microsoft.com/office/drawing/2014/main" id="{D3FFAD7F-CC83-36C2-CCF6-C2D651CDEE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3137" y="309716"/>
            <a:ext cx="2488162" cy="1038006"/>
          </a:xfrm>
          <a:prstGeom prst="rect">
            <a:avLst/>
          </a:prstGeom>
        </p:spPr>
      </p:pic>
      <p:sp>
        <p:nvSpPr>
          <p:cNvPr id="9" name="TextBox 8">
            <a:extLst>
              <a:ext uri="{FF2B5EF4-FFF2-40B4-BE49-F238E27FC236}">
                <a16:creationId xmlns:a16="http://schemas.microsoft.com/office/drawing/2014/main" id="{7FD4A7F4-0E28-A4A2-235B-823075500112}"/>
              </a:ext>
            </a:extLst>
          </p:cNvPr>
          <p:cNvSpPr txBox="1"/>
          <p:nvPr/>
        </p:nvSpPr>
        <p:spPr>
          <a:xfrm>
            <a:off x="553120" y="1534040"/>
            <a:ext cx="10998179" cy="2985433"/>
          </a:xfrm>
          <a:prstGeom prst="rect">
            <a:avLst/>
          </a:prstGeom>
          <a:noFill/>
        </p:spPr>
        <p:txBody>
          <a:bodyPr wrap="square" rtlCol="0">
            <a:spAutoFit/>
          </a:bodyPr>
          <a:lstStyle/>
          <a:p>
            <a:pPr algn="l"/>
            <a:r>
              <a:rPr lang="de-DE" sz="2000" b="0" dirty="0">
                <a:solidFill>
                  <a:srgbClr val="202122"/>
                </a:solidFill>
                <a:effectLst/>
                <a:latin typeface="Arial" panose="020B0604020202020204" pitchFamily="34" charset="0"/>
              </a:rPr>
              <a:t>Java </a:t>
            </a:r>
            <a:r>
              <a:rPr lang="en-DE" sz="2000" b="0" dirty="0">
                <a:solidFill>
                  <a:srgbClr val="202122"/>
                </a:solidFill>
                <a:effectLst/>
                <a:latin typeface="Arial" panose="020B0604020202020204" pitchFamily="34" charset="0"/>
              </a:rPr>
              <a:t>war</a:t>
            </a:r>
            <a:r>
              <a:rPr lang="de-DE" sz="2000" b="0" dirty="0">
                <a:solidFill>
                  <a:srgbClr val="202122"/>
                </a:solidFill>
                <a:effectLst/>
                <a:latin typeface="Arial" panose="020B0604020202020204" pitchFamily="34" charset="0"/>
              </a:rPr>
              <a:t> eine der ersten Programmiersprachen welche von Grund auf mit </a:t>
            </a:r>
            <a:r>
              <a:rPr lang="de-DE" sz="2000" dirty="0">
                <a:solidFill>
                  <a:srgbClr val="202122"/>
                </a:solidFill>
                <a:effectLst/>
                <a:latin typeface="Arial" panose="020B0604020202020204" pitchFamily="34" charset="0"/>
              </a:rPr>
              <a:t>Netzwerkunterstützung</a:t>
            </a:r>
            <a:r>
              <a:rPr lang="de-DE" sz="2000" b="0" dirty="0">
                <a:solidFill>
                  <a:srgbClr val="202122"/>
                </a:solidFill>
                <a:effectLst/>
                <a:latin typeface="Arial" panose="020B0604020202020204" pitchFamily="34" charset="0"/>
              </a:rPr>
              <a:t> entwickelt wurde</a:t>
            </a:r>
            <a:r>
              <a:rPr lang="de-DE" sz="2000" b="0" i="0" dirty="0">
                <a:solidFill>
                  <a:srgbClr val="202122"/>
                </a:solidFill>
                <a:effectLst/>
                <a:latin typeface="Arial" panose="020B0604020202020204" pitchFamily="34" charset="0"/>
              </a:rPr>
              <a:t>. Es waren auch die Applets welche Java zum Durchbruch in der Programmierwelt verhalfen. Eine der wichtigsten Neuerungen in Java war, dass man einen sehr geringen Aufwand als Programmierer leisten muss, um eine Software netzwerkfähig zu machen. Die "Magie" in Java (oder konkret die Socketklasse) erledigt den Hauptteil der Arbeit. Jeder der schon einmal einen kleinen Server / Client in C geschrieben hat, kann davon berichten wie aufwendig dies sein kann.</a:t>
            </a:r>
          </a:p>
          <a:p>
            <a:br>
              <a:rPr lang="de-DE" dirty="0"/>
            </a:br>
            <a:endParaRPr lang="en-DE" dirty="0"/>
          </a:p>
        </p:txBody>
      </p:sp>
      <p:pic>
        <p:nvPicPr>
          <p:cNvPr id="11" name="Picture 10" descr="A picture containing text, wheel, screenshot, outdoor&#10;&#10;Description automatically generated">
            <a:extLst>
              <a:ext uri="{FF2B5EF4-FFF2-40B4-BE49-F238E27FC236}">
                <a16:creationId xmlns:a16="http://schemas.microsoft.com/office/drawing/2014/main" id="{D7966A59-B408-BC5A-44F9-CBFC550BAD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72509" y="4125075"/>
            <a:ext cx="3794760" cy="2134553"/>
          </a:xfrm>
          <a:prstGeom prst="rect">
            <a:avLst/>
          </a:prstGeom>
        </p:spPr>
      </p:pic>
      <p:pic>
        <p:nvPicPr>
          <p:cNvPr id="13" name="Picture 12" descr="A picture containing text, screenshot, software, display&#10;&#10;Description automatically generated">
            <a:extLst>
              <a:ext uri="{FF2B5EF4-FFF2-40B4-BE49-F238E27FC236}">
                <a16:creationId xmlns:a16="http://schemas.microsoft.com/office/drawing/2014/main" id="{0D52F7A4-033A-81E8-3D01-402BC59DE3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9788" y="4161222"/>
            <a:ext cx="3389596" cy="2211060"/>
          </a:xfrm>
          <a:prstGeom prst="rect">
            <a:avLst/>
          </a:prstGeom>
        </p:spPr>
      </p:pic>
      <p:pic>
        <p:nvPicPr>
          <p:cNvPr id="17" name="Picture 16" descr="A picture containing font, graphics, logo, typography&#10;&#10;Description automatically generated">
            <a:extLst>
              <a:ext uri="{FF2B5EF4-FFF2-40B4-BE49-F238E27FC236}">
                <a16:creationId xmlns:a16="http://schemas.microsoft.com/office/drawing/2014/main" id="{26DC498C-B1E6-B4B6-201F-ADC4F6C1EB9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02571" y="4350585"/>
            <a:ext cx="3553968" cy="841766"/>
          </a:xfrm>
          <a:prstGeom prst="rect">
            <a:avLst/>
          </a:prstGeom>
        </p:spPr>
      </p:pic>
      <p:pic>
        <p:nvPicPr>
          <p:cNvPr id="19" name="Picture 18" descr="A close up of a logo&#10;&#10;Description automatically generated with low confidence">
            <a:extLst>
              <a:ext uri="{FF2B5EF4-FFF2-40B4-BE49-F238E27FC236}">
                <a16:creationId xmlns:a16="http://schemas.microsoft.com/office/drawing/2014/main" id="{AECB5E07-33D4-E547-AD82-336E386E6BD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19492" y="5211467"/>
            <a:ext cx="3553968" cy="1067555"/>
          </a:xfrm>
          <a:prstGeom prst="rect">
            <a:avLst/>
          </a:prstGeom>
        </p:spPr>
      </p:pic>
    </p:spTree>
    <p:extLst>
      <p:ext uri="{BB962C8B-B14F-4D97-AF65-F5344CB8AC3E}">
        <p14:creationId xmlns:p14="http://schemas.microsoft.com/office/powerpoint/2010/main" val="1155946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4DD64E-1B85-E734-7324-A7DE2453EB58}"/>
              </a:ext>
            </a:extLst>
          </p:cNvPr>
          <p:cNvSpPr>
            <a:spLocks noGrp="1"/>
          </p:cNvSpPr>
          <p:nvPr>
            <p:ph type="title"/>
          </p:nvPr>
        </p:nvSpPr>
        <p:spPr>
          <a:xfrm>
            <a:off x="1205600" y="578978"/>
            <a:ext cx="10202546" cy="685800"/>
          </a:xfrm>
        </p:spPr>
        <p:txBody>
          <a:bodyPr>
            <a:normAutofit fontScale="90000"/>
          </a:bodyPr>
          <a:lstStyle/>
          <a:p>
            <a:r>
              <a:rPr lang="en-DE" sz="3200" b="1" dirty="0">
                <a:solidFill>
                  <a:schemeClr val="tx1"/>
                </a:solidFill>
                <a:latin typeface="Calibri (Textkörper)"/>
                <a:ea typeface="Tahoma"/>
                <a:cs typeface="Tahoma"/>
              </a:rPr>
              <a:t>4. </a:t>
            </a:r>
            <a:r>
              <a:rPr lang="en-DE" sz="3200" dirty="0" err="1">
                <a:solidFill>
                  <a:schemeClr val="tx1"/>
                </a:solidFill>
                <a:latin typeface="Calibri (Textkörper)"/>
                <a:ea typeface="Tahoma"/>
                <a:cs typeface="Tahoma"/>
              </a:rPr>
              <a:t>Erläuterung</a:t>
            </a:r>
            <a:r>
              <a:rPr lang="en-DE" sz="3200" dirty="0">
                <a:solidFill>
                  <a:schemeClr val="tx1"/>
                </a:solidFill>
                <a:latin typeface="Calibri (Textkörper)"/>
                <a:ea typeface="Tahoma"/>
                <a:cs typeface="Tahoma"/>
              </a:rPr>
              <a:t> von Sockets</a:t>
            </a:r>
            <a:br>
              <a:rPr lang="en-DE" sz="3200" dirty="0">
                <a:solidFill>
                  <a:schemeClr val="tx1"/>
                </a:solidFill>
                <a:latin typeface="Calibri (Textkörper)"/>
                <a:ea typeface="Tahoma"/>
                <a:cs typeface="Tahoma"/>
              </a:rPr>
            </a:br>
            <a:endParaRPr lang="de-DE" sz="3200" b="1" dirty="0">
              <a:solidFill>
                <a:schemeClr val="tx1"/>
              </a:solidFill>
              <a:latin typeface="Tahoma Bold"/>
              <a:ea typeface="Tahoma"/>
              <a:cs typeface="Tahoma"/>
            </a:endParaRPr>
          </a:p>
        </p:txBody>
      </p:sp>
      <p:sp>
        <p:nvSpPr>
          <p:cNvPr id="4" name="Footer Placeholder 3">
            <a:extLst>
              <a:ext uri="{FF2B5EF4-FFF2-40B4-BE49-F238E27FC236}">
                <a16:creationId xmlns:a16="http://schemas.microsoft.com/office/drawing/2014/main" id="{25CA61B9-261E-F62A-DFB5-B19A71704DE6}"/>
              </a:ext>
            </a:extLst>
          </p:cNvPr>
          <p:cNvSpPr>
            <a:spLocks noGrp="1"/>
          </p:cNvSpPr>
          <p:nvPr>
            <p:ph type="ftr" sz="quarter" idx="3"/>
          </p:nvPr>
        </p:nvSpPr>
        <p:spPr/>
        <p:txBody>
          <a:bodyPr lIns="91440" tIns="45720" rIns="91440" bIns="45720" anchor="t"/>
          <a:lstStyle/>
          <a:p>
            <a:r>
              <a:rPr lang="de-DE" dirty="0">
                <a:latin typeface="Tahoma"/>
                <a:ea typeface="Tahoma"/>
                <a:cs typeface="Tahoma"/>
              </a:rPr>
              <a:t>Tobias Madaj, Al Shah Aziz</a:t>
            </a:r>
          </a:p>
          <a:p>
            <a:endParaRPr lang="de-DE" dirty="0">
              <a:cs typeface="Tahoma"/>
            </a:endParaRPr>
          </a:p>
        </p:txBody>
      </p:sp>
      <p:sp>
        <p:nvSpPr>
          <p:cNvPr id="5" name="Date Placeholder 4">
            <a:extLst>
              <a:ext uri="{FF2B5EF4-FFF2-40B4-BE49-F238E27FC236}">
                <a16:creationId xmlns:a16="http://schemas.microsoft.com/office/drawing/2014/main" id="{8E065474-8480-4D39-9326-3F1955C995C4}"/>
              </a:ext>
            </a:extLst>
          </p:cNvPr>
          <p:cNvSpPr>
            <a:spLocks noGrp="1"/>
          </p:cNvSpPr>
          <p:nvPr>
            <p:ph type="dt" sz="half" idx="2"/>
          </p:nvPr>
        </p:nvSpPr>
        <p:spPr/>
        <p:txBody>
          <a:bodyPr/>
          <a:lstStyle/>
          <a:p>
            <a:r>
              <a:rPr lang="en-DE" dirty="0"/>
              <a:t>25.06.2023</a:t>
            </a:r>
            <a:endParaRPr lang="de-DE" dirty="0"/>
          </a:p>
        </p:txBody>
      </p:sp>
      <p:pic>
        <p:nvPicPr>
          <p:cNvPr id="2" name="Grafik 1" descr="Ein Bild, das Schrift, Grafiken, Logo, Grafikdesign enthält.&#10;&#10;Automatisch generierte Beschreibung">
            <a:extLst>
              <a:ext uri="{FF2B5EF4-FFF2-40B4-BE49-F238E27FC236}">
                <a16:creationId xmlns:a16="http://schemas.microsoft.com/office/drawing/2014/main" id="{D3FFAD7F-CC83-36C2-CCF6-C2D651CDE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3137" y="309716"/>
            <a:ext cx="2488162" cy="1038006"/>
          </a:xfrm>
          <a:prstGeom prst="rect">
            <a:avLst/>
          </a:prstGeom>
        </p:spPr>
      </p:pic>
      <p:sp>
        <p:nvSpPr>
          <p:cNvPr id="7" name="TextBox 6">
            <a:extLst>
              <a:ext uri="{FF2B5EF4-FFF2-40B4-BE49-F238E27FC236}">
                <a16:creationId xmlns:a16="http://schemas.microsoft.com/office/drawing/2014/main" id="{B7E157C0-7A31-F64D-0CAC-02A59CD1F8D9}"/>
              </a:ext>
            </a:extLst>
          </p:cNvPr>
          <p:cNvSpPr txBox="1"/>
          <p:nvPr/>
        </p:nvSpPr>
        <p:spPr>
          <a:xfrm>
            <a:off x="703065" y="1185327"/>
            <a:ext cx="10393162" cy="5078313"/>
          </a:xfrm>
          <a:prstGeom prst="rect">
            <a:avLst/>
          </a:prstGeom>
          <a:noFill/>
        </p:spPr>
        <p:txBody>
          <a:bodyPr wrap="square" rtlCol="0">
            <a:spAutoFit/>
          </a:bodyPr>
          <a:lstStyle/>
          <a:p>
            <a:pPr algn="l"/>
            <a:r>
              <a:rPr lang="de-DE" sz="2000" b="0" i="0" dirty="0">
                <a:solidFill>
                  <a:srgbClr val="202122"/>
                </a:solidFill>
                <a:effectLst/>
                <a:latin typeface="Arial" panose="020B0604020202020204" pitchFamily="34" charset="0"/>
              </a:rPr>
              <a:t>Ein </a:t>
            </a:r>
            <a:r>
              <a:rPr lang="de-DE" sz="2000" b="1" i="0" dirty="0">
                <a:solidFill>
                  <a:srgbClr val="202122"/>
                </a:solidFill>
                <a:effectLst/>
                <a:latin typeface="Arial" panose="020B0604020202020204" pitchFamily="34" charset="0"/>
              </a:rPr>
              <a:t>Socket</a:t>
            </a:r>
            <a:r>
              <a:rPr lang="de-DE" sz="2000" b="0" i="0" dirty="0">
                <a:solidFill>
                  <a:srgbClr val="202122"/>
                </a:solidFill>
                <a:effectLst/>
                <a:latin typeface="Arial" panose="020B0604020202020204" pitchFamily="34" charset="0"/>
              </a:rPr>
              <a:t> ist ein vom </a:t>
            </a:r>
            <a:r>
              <a:rPr lang="de-DE" sz="2000" b="0" i="0" u="none" strike="noStrike" dirty="0">
                <a:solidFill>
                  <a:srgbClr val="0645AD"/>
                </a:solidFill>
                <a:effectLst/>
                <a:latin typeface="Arial" panose="020B0604020202020204" pitchFamily="34" charset="0"/>
                <a:hlinkClick r:id="rId4" tooltip="Betriebssystem"/>
              </a:rPr>
              <a:t>Betriebssystem</a:t>
            </a:r>
            <a:r>
              <a:rPr lang="de-DE" sz="2000" b="0" i="0" dirty="0">
                <a:solidFill>
                  <a:srgbClr val="202122"/>
                </a:solidFill>
                <a:effectLst/>
                <a:latin typeface="Arial" panose="020B0604020202020204" pitchFamily="34" charset="0"/>
              </a:rPr>
              <a:t> bereitgestelltes Objekt, das als Kommunikationsendpunkt dient. Ein </a:t>
            </a:r>
            <a:r>
              <a:rPr lang="de-DE" sz="2000" b="0" i="0" u="none" strike="noStrike" dirty="0">
                <a:solidFill>
                  <a:srgbClr val="0645AD"/>
                </a:solidFill>
                <a:effectLst/>
                <a:latin typeface="Arial" panose="020B0604020202020204" pitchFamily="34" charset="0"/>
                <a:hlinkClick r:id="rId5" tooltip="Computerprogramm"/>
              </a:rPr>
              <a:t>Programm</a:t>
            </a:r>
            <a:r>
              <a:rPr lang="de-DE" sz="2000" b="0" i="0" dirty="0">
                <a:solidFill>
                  <a:srgbClr val="202122"/>
                </a:solidFill>
                <a:effectLst/>
                <a:latin typeface="Arial" panose="020B0604020202020204" pitchFamily="34" charset="0"/>
              </a:rPr>
              <a:t> verwendet Sockets, um Daten mit anderen Programmen auszutauschen. Das andere Programm kann sich dabei auf demselben Computer (</a:t>
            </a:r>
            <a:r>
              <a:rPr lang="de-DE" sz="2000" b="0" i="0" u="none" strike="noStrike" dirty="0">
                <a:solidFill>
                  <a:srgbClr val="0645AD"/>
                </a:solidFill>
                <a:effectLst/>
                <a:latin typeface="Arial" panose="020B0604020202020204" pitchFamily="34" charset="0"/>
                <a:hlinkClick r:id="rId6" tooltip="Interprozesskommunikation"/>
              </a:rPr>
              <a:t>Interprozesskommunikation</a:t>
            </a:r>
            <a:r>
              <a:rPr lang="de-DE" sz="2000" b="0" i="0" dirty="0">
                <a:solidFill>
                  <a:srgbClr val="202122"/>
                </a:solidFill>
                <a:effectLst/>
                <a:latin typeface="Arial" panose="020B0604020202020204" pitchFamily="34" charset="0"/>
              </a:rPr>
              <a:t>) oder einem anderen, via </a:t>
            </a:r>
            <a:r>
              <a:rPr lang="de-DE" sz="2000" b="0" i="0" u="none" strike="noStrike" dirty="0">
                <a:solidFill>
                  <a:srgbClr val="0645AD"/>
                </a:solidFill>
                <a:effectLst/>
                <a:latin typeface="Arial" panose="020B0604020202020204" pitchFamily="34" charset="0"/>
                <a:hlinkClick r:id="rId7" tooltip="Netzwerk"/>
              </a:rPr>
              <a:t>Netzwerk</a:t>
            </a:r>
            <a:r>
              <a:rPr lang="de-DE" sz="2000" b="0" i="0" dirty="0">
                <a:solidFill>
                  <a:srgbClr val="202122"/>
                </a:solidFill>
                <a:effectLst/>
                <a:latin typeface="Arial" panose="020B0604020202020204" pitchFamily="34" charset="0"/>
              </a:rPr>
              <a:t> erreichbaren Computer befinden. Die Kommunikation über Sockets erfolgt in der Regel </a:t>
            </a:r>
            <a:r>
              <a:rPr lang="de-DE" sz="2000" b="0" i="0" u="none" strike="noStrike" dirty="0">
                <a:solidFill>
                  <a:srgbClr val="0645AD"/>
                </a:solidFill>
                <a:effectLst/>
                <a:latin typeface="Arial" panose="020B0604020202020204" pitchFamily="34" charset="0"/>
                <a:hlinkClick r:id="rId8" tooltip="Bidirektional"/>
              </a:rPr>
              <a:t>bidirektional</a:t>
            </a:r>
            <a:r>
              <a:rPr lang="de-DE" sz="2000" b="0" i="0" dirty="0">
                <a:solidFill>
                  <a:srgbClr val="202122"/>
                </a:solidFill>
                <a:effectLst/>
                <a:latin typeface="Arial" panose="020B0604020202020204" pitchFamily="34" charset="0"/>
              </a:rPr>
              <a:t>, das heißt, über das Socket können Daten sowohl empfangen als auch gesendet werden.</a:t>
            </a:r>
            <a:endParaRPr lang="en-DE" sz="2000" dirty="0">
              <a:solidFill>
                <a:srgbClr val="202122"/>
              </a:solidFill>
              <a:latin typeface="Arial" panose="020B0604020202020204" pitchFamily="34" charset="0"/>
            </a:endParaRPr>
          </a:p>
          <a:p>
            <a:pPr algn="l"/>
            <a:endParaRPr lang="en-DE" sz="2000" dirty="0">
              <a:solidFill>
                <a:srgbClr val="202122"/>
              </a:solidFill>
              <a:latin typeface="Arial" panose="020B0604020202020204" pitchFamily="34" charset="0"/>
            </a:endParaRPr>
          </a:p>
          <a:p>
            <a:pPr algn="l"/>
            <a:r>
              <a:rPr lang="de-DE" sz="2000" b="0" i="0" dirty="0">
                <a:solidFill>
                  <a:srgbClr val="202122"/>
                </a:solidFill>
                <a:effectLst/>
                <a:latin typeface="Arial" panose="020B0604020202020204" pitchFamily="34" charset="0"/>
              </a:rPr>
              <a:t>Sockets bilden eine plattformunabhängige </a:t>
            </a:r>
            <a:r>
              <a:rPr lang="de-DE" sz="2000" b="0" i="0" u="none" strike="noStrike" dirty="0">
                <a:solidFill>
                  <a:srgbClr val="0645AD"/>
                </a:solidFill>
                <a:effectLst/>
                <a:latin typeface="Arial" panose="020B0604020202020204" pitchFamily="34" charset="0"/>
                <a:hlinkClick r:id="rId9" tooltip="Standard"/>
              </a:rPr>
              <a:t>standardisierte</a:t>
            </a:r>
            <a:r>
              <a:rPr lang="de-DE" sz="2000" b="0" i="0" dirty="0">
                <a:solidFill>
                  <a:srgbClr val="202122"/>
                </a:solidFill>
                <a:effectLst/>
                <a:latin typeface="Arial" panose="020B0604020202020204" pitchFamily="34" charset="0"/>
              </a:rPr>
              <a:t> Schnittstelle (</a:t>
            </a:r>
            <a:r>
              <a:rPr lang="de-DE" sz="2000" b="0" i="0" u="none" strike="noStrike" dirty="0">
                <a:solidFill>
                  <a:srgbClr val="0645AD"/>
                </a:solidFill>
                <a:effectLst/>
                <a:latin typeface="Arial" panose="020B0604020202020204" pitchFamily="34" charset="0"/>
                <a:hlinkClick r:id="rId10" tooltip="Application Programming Interface"/>
              </a:rPr>
              <a:t>API</a:t>
            </a:r>
            <a:r>
              <a:rPr lang="de-DE" sz="2000" b="0" i="0" dirty="0">
                <a:solidFill>
                  <a:srgbClr val="202122"/>
                </a:solidFill>
                <a:effectLst/>
                <a:latin typeface="Arial" panose="020B0604020202020204" pitchFamily="34" charset="0"/>
              </a:rPr>
              <a:t>) zwischen der </a:t>
            </a:r>
            <a:r>
              <a:rPr lang="de-DE" sz="2000" b="0" i="0" u="none" strike="noStrike" dirty="0">
                <a:solidFill>
                  <a:srgbClr val="0645AD"/>
                </a:solidFill>
                <a:effectLst/>
                <a:latin typeface="Arial" panose="020B0604020202020204" pitchFamily="34" charset="0"/>
                <a:hlinkClick r:id="rId11" tooltip="Netzwerkprotokoll"/>
              </a:rPr>
              <a:t>Netzwerkprotokoll</a:t>
            </a:r>
            <a:r>
              <a:rPr lang="de-DE" sz="2000" b="0" i="0" dirty="0">
                <a:solidFill>
                  <a:srgbClr val="202122"/>
                </a:solidFill>
                <a:effectLst/>
                <a:latin typeface="Arial" panose="020B0604020202020204" pitchFamily="34" charset="0"/>
              </a:rPr>
              <a:t>-</a:t>
            </a:r>
            <a:r>
              <a:rPr lang="de-DE" sz="2000" b="0" i="0" u="none" strike="noStrike" dirty="0">
                <a:solidFill>
                  <a:srgbClr val="0645AD"/>
                </a:solidFill>
                <a:effectLst/>
                <a:latin typeface="Arial" panose="020B0604020202020204" pitchFamily="34" charset="0"/>
                <a:hlinkClick r:id="rId12" tooltip="Implementierung"/>
              </a:rPr>
              <a:t>Implementierung</a:t>
            </a:r>
            <a:r>
              <a:rPr lang="de-DE" sz="2000" b="0" i="0" dirty="0">
                <a:solidFill>
                  <a:srgbClr val="202122"/>
                </a:solidFill>
                <a:effectLst/>
                <a:latin typeface="Arial" panose="020B0604020202020204" pitchFamily="34" charset="0"/>
              </a:rPr>
              <a:t> des </a:t>
            </a:r>
            <a:r>
              <a:rPr lang="de-DE" sz="2000" b="0" i="0" u="none" strike="noStrike" dirty="0">
                <a:solidFill>
                  <a:srgbClr val="0645AD"/>
                </a:solidFill>
                <a:effectLst/>
                <a:latin typeface="Arial" panose="020B0604020202020204" pitchFamily="34" charset="0"/>
                <a:hlinkClick r:id="rId4" tooltip="Betriebssystem"/>
              </a:rPr>
              <a:t>Betriebssystems</a:t>
            </a:r>
            <a:r>
              <a:rPr lang="de-DE" sz="2000" b="0" i="0" dirty="0">
                <a:solidFill>
                  <a:srgbClr val="202122"/>
                </a:solidFill>
                <a:effectLst/>
                <a:latin typeface="Arial" panose="020B0604020202020204" pitchFamily="34" charset="0"/>
              </a:rPr>
              <a:t> und der eigentlichen </a:t>
            </a:r>
            <a:r>
              <a:rPr lang="de-DE" sz="2000" b="0" i="0" u="none" strike="noStrike" dirty="0">
                <a:solidFill>
                  <a:srgbClr val="0645AD"/>
                </a:solidFill>
                <a:effectLst/>
                <a:latin typeface="Arial" panose="020B0604020202020204" pitchFamily="34" charset="0"/>
                <a:hlinkClick r:id="rId13" tooltip="Anwendungssoftware"/>
              </a:rPr>
              <a:t>Anwendungssoftware</a:t>
            </a:r>
            <a:r>
              <a:rPr lang="de-DE" sz="2000" b="0" i="0" dirty="0">
                <a:solidFill>
                  <a:srgbClr val="202122"/>
                </a:solidFill>
                <a:effectLst/>
                <a:latin typeface="Arial" panose="020B0604020202020204" pitchFamily="34" charset="0"/>
              </a:rPr>
              <a:t>. Ein Computerprogramm fordert einen Socket vom Betriebssystem an. Das Betriebssystem hat die Aufgabe, alle benutzten Sockets sowie die zugehörigen Verbindungsinformationen zu verwalten.</a:t>
            </a:r>
          </a:p>
          <a:p>
            <a:br>
              <a:rPr lang="de-DE" sz="1600" dirty="0"/>
            </a:br>
            <a:endParaRPr lang="de-DE" sz="2000" b="0" i="0" dirty="0">
              <a:solidFill>
                <a:srgbClr val="202122"/>
              </a:solidFill>
              <a:effectLst/>
              <a:latin typeface="Arial" panose="020B0604020202020204" pitchFamily="34" charset="0"/>
            </a:endParaRPr>
          </a:p>
          <a:p>
            <a:br>
              <a:rPr lang="de-DE" dirty="0"/>
            </a:br>
            <a:endParaRPr lang="en-DE" dirty="0"/>
          </a:p>
        </p:txBody>
      </p:sp>
      <p:pic>
        <p:nvPicPr>
          <p:cNvPr id="9" name="Picture 8" descr="A diagram of a computer network&#10;&#10;Description automatically generated with low confidence">
            <a:extLst>
              <a:ext uri="{FF2B5EF4-FFF2-40B4-BE49-F238E27FC236}">
                <a16:creationId xmlns:a16="http://schemas.microsoft.com/office/drawing/2014/main" id="{0E3D428E-2B95-DBB0-DCB4-15074681AAB5}"/>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439275" y="4643657"/>
            <a:ext cx="2752725" cy="1657350"/>
          </a:xfrm>
          <a:prstGeom prst="rect">
            <a:avLst/>
          </a:prstGeom>
        </p:spPr>
      </p:pic>
      <p:pic>
        <p:nvPicPr>
          <p:cNvPr id="11" name="Picture 10" descr="A picture containing text, computer, screenshot, design&#10;&#10;Description automatically generated">
            <a:extLst>
              <a:ext uri="{FF2B5EF4-FFF2-40B4-BE49-F238E27FC236}">
                <a16:creationId xmlns:a16="http://schemas.microsoft.com/office/drawing/2014/main" id="{AC3F7EAC-6721-AE48-EFA8-D17612B79853}"/>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694807" y="5078870"/>
            <a:ext cx="2752726" cy="1253519"/>
          </a:xfrm>
          <a:prstGeom prst="rect">
            <a:avLst/>
          </a:prstGeom>
        </p:spPr>
      </p:pic>
      <p:pic>
        <p:nvPicPr>
          <p:cNvPr id="13" name="Picture 12" descr="A diagram of a network&#10;&#10;Description automatically generated with medium confidence">
            <a:extLst>
              <a:ext uri="{FF2B5EF4-FFF2-40B4-BE49-F238E27FC236}">
                <a16:creationId xmlns:a16="http://schemas.microsoft.com/office/drawing/2014/main" id="{7646DCAC-AF01-E4E9-EA6B-35CB35770BEB}"/>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47993" y="4933329"/>
            <a:ext cx="3209897" cy="1438510"/>
          </a:xfrm>
          <a:prstGeom prst="rect">
            <a:avLst/>
          </a:prstGeom>
        </p:spPr>
      </p:pic>
      <p:pic>
        <p:nvPicPr>
          <p:cNvPr id="15" name="Picture 14" descr="A picture containing text, font, logo, graphics&#10;&#10;Description automatically generated">
            <a:extLst>
              <a:ext uri="{FF2B5EF4-FFF2-40B4-BE49-F238E27FC236}">
                <a16:creationId xmlns:a16="http://schemas.microsoft.com/office/drawing/2014/main" id="{081BF42D-8F1F-7D38-D768-6F89B3D5BFBF}"/>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647688" y="4891181"/>
            <a:ext cx="2564051" cy="1406834"/>
          </a:xfrm>
          <a:prstGeom prst="rect">
            <a:avLst/>
          </a:prstGeom>
        </p:spPr>
      </p:pic>
    </p:spTree>
    <p:extLst>
      <p:ext uri="{BB962C8B-B14F-4D97-AF65-F5344CB8AC3E}">
        <p14:creationId xmlns:p14="http://schemas.microsoft.com/office/powerpoint/2010/main" val="2098711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4DD64E-1B85-E734-7324-A7DE2453EB58}"/>
              </a:ext>
            </a:extLst>
          </p:cNvPr>
          <p:cNvSpPr>
            <a:spLocks noGrp="1"/>
          </p:cNvSpPr>
          <p:nvPr>
            <p:ph type="title"/>
          </p:nvPr>
        </p:nvSpPr>
        <p:spPr>
          <a:xfrm>
            <a:off x="1205600" y="578978"/>
            <a:ext cx="10202546" cy="685800"/>
          </a:xfrm>
        </p:spPr>
        <p:txBody>
          <a:bodyPr>
            <a:normAutofit fontScale="90000"/>
          </a:bodyPr>
          <a:lstStyle/>
          <a:p>
            <a:r>
              <a:rPr lang="en-DE" sz="3200" b="1" dirty="0">
                <a:solidFill>
                  <a:schemeClr val="tx1"/>
                </a:solidFill>
                <a:latin typeface="Calibri (Textkörper)"/>
                <a:ea typeface="Tahoma"/>
                <a:cs typeface="Tahoma"/>
              </a:rPr>
              <a:t>4. </a:t>
            </a:r>
            <a:r>
              <a:rPr lang="en-DE" sz="3200" dirty="0" err="1">
                <a:solidFill>
                  <a:schemeClr val="tx1"/>
                </a:solidFill>
                <a:latin typeface="Calibri (Textkörper)"/>
                <a:ea typeface="Tahoma"/>
                <a:cs typeface="Tahoma"/>
              </a:rPr>
              <a:t>Erläuterung</a:t>
            </a:r>
            <a:r>
              <a:rPr lang="en-DE" sz="3200" dirty="0">
                <a:solidFill>
                  <a:schemeClr val="tx1"/>
                </a:solidFill>
                <a:latin typeface="Calibri (Textkörper)"/>
                <a:ea typeface="Tahoma"/>
                <a:cs typeface="Tahoma"/>
              </a:rPr>
              <a:t> von Sockets</a:t>
            </a:r>
            <a:br>
              <a:rPr lang="en-DE" sz="3200" dirty="0">
                <a:solidFill>
                  <a:schemeClr val="tx1"/>
                </a:solidFill>
                <a:latin typeface="Calibri (Textkörper)"/>
                <a:ea typeface="Tahoma"/>
                <a:cs typeface="Tahoma"/>
              </a:rPr>
            </a:br>
            <a:endParaRPr lang="de-DE" sz="3200" b="1" dirty="0">
              <a:solidFill>
                <a:schemeClr val="tx1"/>
              </a:solidFill>
              <a:latin typeface="Tahoma Bold"/>
              <a:ea typeface="Tahoma"/>
              <a:cs typeface="Tahoma"/>
            </a:endParaRPr>
          </a:p>
        </p:txBody>
      </p:sp>
      <p:sp>
        <p:nvSpPr>
          <p:cNvPr id="4" name="Footer Placeholder 3">
            <a:extLst>
              <a:ext uri="{FF2B5EF4-FFF2-40B4-BE49-F238E27FC236}">
                <a16:creationId xmlns:a16="http://schemas.microsoft.com/office/drawing/2014/main" id="{25CA61B9-261E-F62A-DFB5-B19A71704DE6}"/>
              </a:ext>
            </a:extLst>
          </p:cNvPr>
          <p:cNvSpPr>
            <a:spLocks noGrp="1"/>
          </p:cNvSpPr>
          <p:nvPr>
            <p:ph type="ftr" sz="quarter" idx="3"/>
          </p:nvPr>
        </p:nvSpPr>
        <p:spPr/>
        <p:txBody>
          <a:bodyPr lIns="91440" tIns="45720" rIns="91440" bIns="45720" anchor="t"/>
          <a:lstStyle/>
          <a:p>
            <a:r>
              <a:rPr lang="de-DE" dirty="0">
                <a:latin typeface="Tahoma"/>
                <a:ea typeface="Tahoma"/>
                <a:cs typeface="Tahoma"/>
              </a:rPr>
              <a:t>Tobias Madaj, Al Shah Aziz</a:t>
            </a:r>
            <a:endParaRPr lang="de-DE" dirty="0">
              <a:cs typeface="Tahoma"/>
            </a:endParaRPr>
          </a:p>
        </p:txBody>
      </p:sp>
      <p:sp>
        <p:nvSpPr>
          <p:cNvPr id="5" name="Date Placeholder 4">
            <a:extLst>
              <a:ext uri="{FF2B5EF4-FFF2-40B4-BE49-F238E27FC236}">
                <a16:creationId xmlns:a16="http://schemas.microsoft.com/office/drawing/2014/main" id="{8E065474-8480-4D39-9326-3F1955C995C4}"/>
              </a:ext>
            </a:extLst>
          </p:cNvPr>
          <p:cNvSpPr>
            <a:spLocks noGrp="1"/>
          </p:cNvSpPr>
          <p:nvPr>
            <p:ph type="dt" sz="half" idx="2"/>
          </p:nvPr>
        </p:nvSpPr>
        <p:spPr/>
        <p:txBody>
          <a:bodyPr/>
          <a:lstStyle/>
          <a:p>
            <a:r>
              <a:rPr lang="en-DE" dirty="0"/>
              <a:t>25.06.2023</a:t>
            </a:r>
            <a:endParaRPr lang="de-DE" dirty="0"/>
          </a:p>
        </p:txBody>
      </p:sp>
      <p:pic>
        <p:nvPicPr>
          <p:cNvPr id="2" name="Grafik 1" descr="Ein Bild, das Schrift, Grafiken, Logo, Grafikdesign enthält.&#10;&#10;Automatisch generierte Beschreibung">
            <a:extLst>
              <a:ext uri="{FF2B5EF4-FFF2-40B4-BE49-F238E27FC236}">
                <a16:creationId xmlns:a16="http://schemas.microsoft.com/office/drawing/2014/main" id="{D3FFAD7F-CC83-36C2-CCF6-C2D651CDEE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3137" y="309716"/>
            <a:ext cx="2488162" cy="1038006"/>
          </a:xfrm>
          <a:prstGeom prst="rect">
            <a:avLst/>
          </a:prstGeom>
        </p:spPr>
      </p:pic>
      <p:pic>
        <p:nvPicPr>
          <p:cNvPr id="9" name="Picture 8" descr="A picture containing text, screenshot, font, number&#10;&#10;Description automatically generated">
            <a:extLst>
              <a:ext uri="{FF2B5EF4-FFF2-40B4-BE49-F238E27FC236}">
                <a16:creationId xmlns:a16="http://schemas.microsoft.com/office/drawing/2014/main" id="{4289A59F-C4D4-AB54-A4A4-A75C56A393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976" y="3292011"/>
            <a:ext cx="4926973" cy="3073199"/>
          </a:xfrm>
          <a:prstGeom prst="rect">
            <a:avLst/>
          </a:prstGeom>
        </p:spPr>
      </p:pic>
      <p:pic>
        <p:nvPicPr>
          <p:cNvPr id="13" name="Picture 12" descr="A picture containing text, screenshot, diagram, font&#10;&#10;Description automatically generated">
            <a:extLst>
              <a:ext uri="{FF2B5EF4-FFF2-40B4-BE49-F238E27FC236}">
                <a16:creationId xmlns:a16="http://schemas.microsoft.com/office/drawing/2014/main" id="{A25508A1-BE17-1399-65A6-8060078AB9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7808" y="1345231"/>
            <a:ext cx="5030141" cy="2037207"/>
          </a:xfrm>
          <a:prstGeom prst="rect">
            <a:avLst/>
          </a:prstGeom>
        </p:spPr>
      </p:pic>
      <p:pic>
        <p:nvPicPr>
          <p:cNvPr id="15" name="Picture 14" descr="A picture containing text, diagram, line, screenshot&#10;&#10;Description automatically generated">
            <a:extLst>
              <a:ext uri="{FF2B5EF4-FFF2-40B4-BE49-F238E27FC236}">
                <a16:creationId xmlns:a16="http://schemas.microsoft.com/office/drawing/2014/main" id="{94777AC9-E2B5-27D3-A5B7-5E81B353A8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00846" y="1720058"/>
            <a:ext cx="3585398" cy="4645152"/>
          </a:xfrm>
          <a:prstGeom prst="rect">
            <a:avLst/>
          </a:prstGeom>
        </p:spPr>
      </p:pic>
      <p:pic>
        <p:nvPicPr>
          <p:cNvPr id="17" name="Picture 16" descr="A picture containing text, screenshot, font, algebra&#10;&#10;Description automatically generated">
            <a:extLst>
              <a:ext uri="{FF2B5EF4-FFF2-40B4-BE49-F238E27FC236}">
                <a16:creationId xmlns:a16="http://schemas.microsoft.com/office/drawing/2014/main" id="{0B962984-701F-0235-BB28-6E355CA959E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78569" y="1345231"/>
            <a:ext cx="3724656" cy="2037207"/>
          </a:xfrm>
          <a:prstGeom prst="rect">
            <a:avLst/>
          </a:prstGeom>
        </p:spPr>
      </p:pic>
      <mc:AlternateContent xmlns:mc="http://schemas.openxmlformats.org/markup-compatibility/2006">
        <mc:Choice xmlns:p14="http://schemas.microsoft.com/office/powerpoint/2010/main" Requires="p14">
          <p:contentPart p14:bwMode="auto" r:id="rId7">
            <p14:nvContentPartPr>
              <p14:cNvPr id="18" name="Ink 17">
                <a:extLst>
                  <a:ext uri="{FF2B5EF4-FFF2-40B4-BE49-F238E27FC236}">
                    <a16:creationId xmlns:a16="http://schemas.microsoft.com/office/drawing/2014/main" id="{B67A213E-FD9B-6B20-8F64-A79D09466E14}"/>
                  </a:ext>
                </a:extLst>
              </p14:cNvPr>
              <p14:cNvContentPartPr/>
              <p14:nvPr/>
            </p14:nvContentPartPr>
            <p14:xfrm>
              <a:off x="5815368" y="1919376"/>
              <a:ext cx="548280" cy="48600"/>
            </p14:xfrm>
          </p:contentPart>
        </mc:Choice>
        <mc:Fallback>
          <p:pic>
            <p:nvPicPr>
              <p:cNvPr id="18" name="Ink 17">
                <a:extLst>
                  <a:ext uri="{FF2B5EF4-FFF2-40B4-BE49-F238E27FC236}">
                    <a16:creationId xmlns:a16="http://schemas.microsoft.com/office/drawing/2014/main" id="{B67A213E-FD9B-6B20-8F64-A79D09466E14}"/>
                  </a:ext>
                </a:extLst>
              </p:cNvPr>
              <p:cNvPicPr/>
              <p:nvPr/>
            </p:nvPicPr>
            <p:blipFill>
              <a:blip r:embed="rId8"/>
              <a:stretch>
                <a:fillRect/>
              </a:stretch>
            </p:blipFill>
            <p:spPr>
              <a:xfrm>
                <a:off x="5761368" y="1811736"/>
                <a:ext cx="655920" cy="2642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9" name="Ink 18">
                <a:extLst>
                  <a:ext uri="{FF2B5EF4-FFF2-40B4-BE49-F238E27FC236}">
                    <a16:creationId xmlns:a16="http://schemas.microsoft.com/office/drawing/2014/main" id="{DB4DA16F-2A02-CA29-FE59-67CC5ACADAC9}"/>
                  </a:ext>
                </a:extLst>
              </p14:cNvPr>
              <p14:cNvContentPartPr/>
              <p14:nvPr/>
            </p14:nvContentPartPr>
            <p14:xfrm>
              <a:off x="7186968" y="1920096"/>
              <a:ext cx="666720" cy="45000"/>
            </p14:xfrm>
          </p:contentPart>
        </mc:Choice>
        <mc:Fallback>
          <p:pic>
            <p:nvPicPr>
              <p:cNvPr id="19" name="Ink 18">
                <a:extLst>
                  <a:ext uri="{FF2B5EF4-FFF2-40B4-BE49-F238E27FC236}">
                    <a16:creationId xmlns:a16="http://schemas.microsoft.com/office/drawing/2014/main" id="{DB4DA16F-2A02-CA29-FE59-67CC5ACADAC9}"/>
                  </a:ext>
                </a:extLst>
              </p:cNvPr>
              <p:cNvPicPr/>
              <p:nvPr/>
            </p:nvPicPr>
            <p:blipFill>
              <a:blip r:embed="rId10"/>
              <a:stretch>
                <a:fillRect/>
              </a:stretch>
            </p:blipFill>
            <p:spPr>
              <a:xfrm>
                <a:off x="7133328" y="1812096"/>
                <a:ext cx="77436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0" name="Ink 19">
                <a:extLst>
                  <a:ext uri="{FF2B5EF4-FFF2-40B4-BE49-F238E27FC236}">
                    <a16:creationId xmlns:a16="http://schemas.microsoft.com/office/drawing/2014/main" id="{69C54776-E75A-FF90-E2D8-39D051F5C8BA}"/>
                  </a:ext>
                </a:extLst>
              </p14:cNvPr>
              <p14:cNvContentPartPr/>
              <p14:nvPr/>
            </p14:nvContentPartPr>
            <p14:xfrm>
              <a:off x="5723928" y="1627776"/>
              <a:ext cx="1407600" cy="74160"/>
            </p14:xfrm>
          </p:contentPart>
        </mc:Choice>
        <mc:Fallback>
          <p:pic>
            <p:nvPicPr>
              <p:cNvPr id="20" name="Ink 19">
                <a:extLst>
                  <a:ext uri="{FF2B5EF4-FFF2-40B4-BE49-F238E27FC236}">
                    <a16:creationId xmlns:a16="http://schemas.microsoft.com/office/drawing/2014/main" id="{69C54776-E75A-FF90-E2D8-39D051F5C8BA}"/>
                  </a:ext>
                </a:extLst>
              </p:cNvPr>
              <p:cNvPicPr/>
              <p:nvPr/>
            </p:nvPicPr>
            <p:blipFill>
              <a:blip r:embed="rId12"/>
              <a:stretch>
                <a:fillRect/>
              </a:stretch>
            </p:blipFill>
            <p:spPr>
              <a:xfrm>
                <a:off x="5670288" y="1519776"/>
                <a:ext cx="1515240" cy="2898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1" name="Ink 20">
                <a:extLst>
                  <a:ext uri="{FF2B5EF4-FFF2-40B4-BE49-F238E27FC236}">
                    <a16:creationId xmlns:a16="http://schemas.microsoft.com/office/drawing/2014/main" id="{AE4CACC2-4FC4-8B36-509E-5E7729C42B8B}"/>
                  </a:ext>
                </a:extLst>
              </p14:cNvPr>
              <p14:cNvContentPartPr/>
              <p14:nvPr/>
            </p14:nvContentPartPr>
            <p14:xfrm>
              <a:off x="5843088" y="1590696"/>
              <a:ext cx="1056240" cy="19440"/>
            </p14:xfrm>
          </p:contentPart>
        </mc:Choice>
        <mc:Fallback>
          <p:pic>
            <p:nvPicPr>
              <p:cNvPr id="21" name="Ink 20">
                <a:extLst>
                  <a:ext uri="{FF2B5EF4-FFF2-40B4-BE49-F238E27FC236}">
                    <a16:creationId xmlns:a16="http://schemas.microsoft.com/office/drawing/2014/main" id="{AE4CACC2-4FC4-8B36-509E-5E7729C42B8B}"/>
                  </a:ext>
                </a:extLst>
              </p:cNvPr>
              <p:cNvPicPr/>
              <p:nvPr/>
            </p:nvPicPr>
            <p:blipFill>
              <a:blip r:embed="rId14"/>
              <a:stretch>
                <a:fillRect/>
              </a:stretch>
            </p:blipFill>
            <p:spPr>
              <a:xfrm>
                <a:off x="5789088" y="1482696"/>
                <a:ext cx="1163880" cy="2350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3" name="Ink 22">
                <a:extLst>
                  <a:ext uri="{FF2B5EF4-FFF2-40B4-BE49-F238E27FC236}">
                    <a16:creationId xmlns:a16="http://schemas.microsoft.com/office/drawing/2014/main" id="{3B56124F-04FE-CF32-83DE-B1CA173BEE38}"/>
                  </a:ext>
                </a:extLst>
              </p14:cNvPr>
              <p14:cNvContentPartPr/>
              <p14:nvPr/>
            </p14:nvContentPartPr>
            <p14:xfrm>
              <a:off x="6186405" y="2119208"/>
              <a:ext cx="195120" cy="14760"/>
            </p14:xfrm>
          </p:contentPart>
        </mc:Choice>
        <mc:Fallback>
          <p:pic>
            <p:nvPicPr>
              <p:cNvPr id="23" name="Ink 22">
                <a:extLst>
                  <a:ext uri="{FF2B5EF4-FFF2-40B4-BE49-F238E27FC236}">
                    <a16:creationId xmlns:a16="http://schemas.microsoft.com/office/drawing/2014/main" id="{3B56124F-04FE-CF32-83DE-B1CA173BEE38}"/>
                  </a:ext>
                </a:extLst>
              </p:cNvPr>
              <p:cNvPicPr/>
              <p:nvPr/>
            </p:nvPicPr>
            <p:blipFill>
              <a:blip r:embed="rId16"/>
              <a:stretch>
                <a:fillRect/>
              </a:stretch>
            </p:blipFill>
            <p:spPr>
              <a:xfrm>
                <a:off x="6177405" y="2110208"/>
                <a:ext cx="21276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4" name="Ink 23">
                <a:extLst>
                  <a:ext uri="{FF2B5EF4-FFF2-40B4-BE49-F238E27FC236}">
                    <a16:creationId xmlns:a16="http://schemas.microsoft.com/office/drawing/2014/main" id="{C6AE5078-0182-7F8A-FA58-135BFB090899}"/>
                  </a:ext>
                </a:extLst>
              </p14:cNvPr>
              <p14:cNvContentPartPr/>
              <p14:nvPr/>
            </p14:nvContentPartPr>
            <p14:xfrm>
              <a:off x="7586445" y="2110208"/>
              <a:ext cx="183240" cy="23760"/>
            </p14:xfrm>
          </p:contentPart>
        </mc:Choice>
        <mc:Fallback>
          <p:pic>
            <p:nvPicPr>
              <p:cNvPr id="24" name="Ink 23">
                <a:extLst>
                  <a:ext uri="{FF2B5EF4-FFF2-40B4-BE49-F238E27FC236}">
                    <a16:creationId xmlns:a16="http://schemas.microsoft.com/office/drawing/2014/main" id="{C6AE5078-0182-7F8A-FA58-135BFB090899}"/>
                  </a:ext>
                </a:extLst>
              </p:cNvPr>
              <p:cNvPicPr/>
              <p:nvPr/>
            </p:nvPicPr>
            <p:blipFill>
              <a:blip r:embed="rId18"/>
              <a:stretch>
                <a:fillRect/>
              </a:stretch>
            </p:blipFill>
            <p:spPr>
              <a:xfrm>
                <a:off x="7577805" y="2101568"/>
                <a:ext cx="20088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5" name="Ink 24">
                <a:extLst>
                  <a:ext uri="{FF2B5EF4-FFF2-40B4-BE49-F238E27FC236}">
                    <a16:creationId xmlns:a16="http://schemas.microsoft.com/office/drawing/2014/main" id="{84CB8440-5279-50EC-12C7-B317085BFC80}"/>
                  </a:ext>
                </a:extLst>
              </p14:cNvPr>
              <p14:cNvContentPartPr/>
              <p14:nvPr/>
            </p14:nvContentPartPr>
            <p14:xfrm>
              <a:off x="8732088" y="1526616"/>
              <a:ext cx="328680" cy="10080"/>
            </p14:xfrm>
          </p:contentPart>
        </mc:Choice>
        <mc:Fallback>
          <p:pic>
            <p:nvPicPr>
              <p:cNvPr id="25" name="Ink 24">
                <a:extLst>
                  <a:ext uri="{FF2B5EF4-FFF2-40B4-BE49-F238E27FC236}">
                    <a16:creationId xmlns:a16="http://schemas.microsoft.com/office/drawing/2014/main" id="{84CB8440-5279-50EC-12C7-B317085BFC80}"/>
                  </a:ext>
                </a:extLst>
              </p:cNvPr>
              <p:cNvPicPr/>
              <p:nvPr/>
            </p:nvPicPr>
            <p:blipFill>
              <a:blip r:embed="rId20"/>
              <a:stretch>
                <a:fillRect/>
              </a:stretch>
            </p:blipFill>
            <p:spPr>
              <a:xfrm>
                <a:off x="8723448" y="1517976"/>
                <a:ext cx="346320" cy="27720"/>
              </a:xfrm>
              <a:prstGeom prst="rect">
                <a:avLst/>
              </a:prstGeom>
            </p:spPr>
          </p:pic>
        </mc:Fallback>
      </mc:AlternateContent>
      <p:pic>
        <p:nvPicPr>
          <p:cNvPr id="27" name="Picture 26">
            <a:extLst>
              <a:ext uri="{FF2B5EF4-FFF2-40B4-BE49-F238E27FC236}">
                <a16:creationId xmlns:a16="http://schemas.microsoft.com/office/drawing/2014/main" id="{37B70CBC-B8F8-61EA-394B-5FF8818EC5F3}"/>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460190" y="2906780"/>
            <a:ext cx="3088782" cy="1951142"/>
          </a:xfrm>
          <a:prstGeom prst="rect">
            <a:avLst/>
          </a:prstGeom>
        </p:spPr>
      </p:pic>
      <p:pic>
        <p:nvPicPr>
          <p:cNvPr id="32" name="Picture 31" descr="A green alien with pointy ears&#10;&#10;Description automatically generated with low confidence">
            <a:extLst>
              <a:ext uri="{FF2B5EF4-FFF2-40B4-BE49-F238E27FC236}">
                <a16:creationId xmlns:a16="http://schemas.microsoft.com/office/drawing/2014/main" id="{CD8F438F-03FA-6017-C41E-10F558A4FE6E}"/>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5463085" y="4970478"/>
            <a:ext cx="1520968" cy="1340946"/>
          </a:xfrm>
          <a:prstGeom prst="rect">
            <a:avLst/>
          </a:prstGeom>
        </p:spPr>
      </p:pic>
      <p:pic>
        <p:nvPicPr>
          <p:cNvPr id="34" name="Picture 33" descr="A picture containing person, clothing, black and white, toddler&#10;&#10;Description automatically generated">
            <a:extLst>
              <a:ext uri="{FF2B5EF4-FFF2-40B4-BE49-F238E27FC236}">
                <a16:creationId xmlns:a16="http://schemas.microsoft.com/office/drawing/2014/main" id="{DBD61351-51BE-EB81-B071-96664D270034}"/>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101363" y="4938076"/>
            <a:ext cx="1427701" cy="1342039"/>
          </a:xfrm>
          <a:prstGeom prst="rect">
            <a:avLst/>
          </a:prstGeom>
        </p:spPr>
      </p:pic>
    </p:spTree>
    <p:extLst>
      <p:ext uri="{BB962C8B-B14F-4D97-AF65-F5344CB8AC3E}">
        <p14:creationId xmlns:p14="http://schemas.microsoft.com/office/powerpoint/2010/main" val="3957616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4DD64E-1B85-E734-7324-A7DE2453EB58}"/>
              </a:ext>
            </a:extLst>
          </p:cNvPr>
          <p:cNvSpPr>
            <a:spLocks noGrp="1"/>
          </p:cNvSpPr>
          <p:nvPr>
            <p:ph type="title"/>
          </p:nvPr>
        </p:nvSpPr>
        <p:spPr>
          <a:xfrm>
            <a:off x="1113237" y="505087"/>
            <a:ext cx="10202546" cy="685800"/>
          </a:xfrm>
        </p:spPr>
        <p:txBody>
          <a:bodyPr>
            <a:normAutofit/>
          </a:bodyPr>
          <a:lstStyle/>
          <a:p>
            <a:r>
              <a:rPr lang="en-DE" sz="2800" b="1" dirty="0">
                <a:solidFill>
                  <a:schemeClr val="tx1"/>
                </a:solidFill>
                <a:latin typeface="Calibri (Textkörper)"/>
                <a:ea typeface="Tahoma"/>
                <a:cs typeface="Tahoma"/>
              </a:rPr>
              <a:t>4. Live-</a:t>
            </a:r>
            <a:r>
              <a:rPr lang="en-DE" sz="2800" b="1" dirty="0" err="1">
                <a:solidFill>
                  <a:schemeClr val="tx1"/>
                </a:solidFill>
                <a:latin typeface="Calibri (Textkörper)"/>
                <a:ea typeface="Tahoma"/>
                <a:cs typeface="Tahoma"/>
              </a:rPr>
              <a:t>Präsentation</a:t>
            </a:r>
            <a:r>
              <a:rPr lang="en-DE" sz="2800" b="1" dirty="0">
                <a:solidFill>
                  <a:schemeClr val="tx1"/>
                </a:solidFill>
                <a:latin typeface="Calibri (Textkörper)"/>
                <a:ea typeface="Tahoma"/>
                <a:cs typeface="Tahoma"/>
              </a:rPr>
              <a:t> </a:t>
            </a:r>
            <a:r>
              <a:rPr lang="en-DE" sz="2800" b="1" dirty="0" err="1">
                <a:solidFill>
                  <a:schemeClr val="tx1"/>
                </a:solidFill>
                <a:latin typeface="Calibri (Textkörper)"/>
                <a:ea typeface="Tahoma"/>
                <a:cs typeface="Tahoma"/>
              </a:rPr>
              <a:t>unserer</a:t>
            </a:r>
            <a:r>
              <a:rPr lang="en-DE" sz="2800" b="1" dirty="0">
                <a:solidFill>
                  <a:schemeClr val="tx1"/>
                </a:solidFill>
                <a:latin typeface="Calibri (Textkörper)"/>
                <a:ea typeface="Tahoma"/>
                <a:cs typeface="Tahoma"/>
              </a:rPr>
              <a:t> </a:t>
            </a:r>
            <a:r>
              <a:rPr lang="en-DE" sz="2800" b="1" dirty="0" err="1">
                <a:solidFill>
                  <a:schemeClr val="tx1"/>
                </a:solidFill>
                <a:latin typeface="Calibri (Textkörper)"/>
                <a:ea typeface="Tahoma"/>
                <a:cs typeface="Tahoma"/>
              </a:rPr>
              <a:t>Anwendung</a:t>
            </a:r>
            <a:endParaRPr lang="de-DE" sz="2800" b="1" dirty="0">
              <a:solidFill>
                <a:schemeClr val="tx1"/>
              </a:solidFill>
              <a:latin typeface="Tahoma Bold"/>
              <a:ea typeface="Tahoma"/>
              <a:cs typeface="Tahoma"/>
            </a:endParaRPr>
          </a:p>
        </p:txBody>
      </p:sp>
      <p:sp>
        <p:nvSpPr>
          <p:cNvPr id="4" name="Footer Placeholder 3">
            <a:extLst>
              <a:ext uri="{FF2B5EF4-FFF2-40B4-BE49-F238E27FC236}">
                <a16:creationId xmlns:a16="http://schemas.microsoft.com/office/drawing/2014/main" id="{25CA61B9-261E-F62A-DFB5-B19A71704DE6}"/>
              </a:ext>
            </a:extLst>
          </p:cNvPr>
          <p:cNvSpPr>
            <a:spLocks noGrp="1"/>
          </p:cNvSpPr>
          <p:nvPr>
            <p:ph type="ftr" sz="quarter" idx="3"/>
          </p:nvPr>
        </p:nvSpPr>
        <p:spPr/>
        <p:txBody>
          <a:bodyPr lIns="91440" tIns="45720" rIns="91440" bIns="45720" anchor="t"/>
          <a:lstStyle/>
          <a:p>
            <a:r>
              <a:rPr lang="de-DE" dirty="0">
                <a:latin typeface="Tahoma"/>
                <a:ea typeface="Tahoma"/>
                <a:cs typeface="Tahoma"/>
              </a:rPr>
              <a:t>Tobias Madaj, Al Shah Aziz</a:t>
            </a:r>
          </a:p>
          <a:p>
            <a:endParaRPr lang="de-DE" dirty="0">
              <a:cs typeface="Tahoma"/>
            </a:endParaRPr>
          </a:p>
        </p:txBody>
      </p:sp>
      <p:sp>
        <p:nvSpPr>
          <p:cNvPr id="5" name="Date Placeholder 4">
            <a:extLst>
              <a:ext uri="{FF2B5EF4-FFF2-40B4-BE49-F238E27FC236}">
                <a16:creationId xmlns:a16="http://schemas.microsoft.com/office/drawing/2014/main" id="{8E065474-8480-4D39-9326-3F1955C995C4}"/>
              </a:ext>
            </a:extLst>
          </p:cNvPr>
          <p:cNvSpPr>
            <a:spLocks noGrp="1"/>
          </p:cNvSpPr>
          <p:nvPr>
            <p:ph type="dt" sz="half" idx="2"/>
          </p:nvPr>
        </p:nvSpPr>
        <p:spPr/>
        <p:txBody>
          <a:bodyPr/>
          <a:lstStyle/>
          <a:p>
            <a:r>
              <a:rPr lang="en-DE" dirty="0"/>
              <a:t>25.06.2023</a:t>
            </a:r>
            <a:endParaRPr lang="de-DE" dirty="0"/>
          </a:p>
        </p:txBody>
      </p:sp>
      <p:pic>
        <p:nvPicPr>
          <p:cNvPr id="2" name="Grafik 1" descr="Ein Bild, das Schrift, Grafiken, Logo, Grafikdesign enthält.&#10;&#10;Automatisch generierte Beschreibung">
            <a:extLst>
              <a:ext uri="{FF2B5EF4-FFF2-40B4-BE49-F238E27FC236}">
                <a16:creationId xmlns:a16="http://schemas.microsoft.com/office/drawing/2014/main" id="{FF29F887-680B-317F-14F7-EE098E7F02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3137" y="309716"/>
            <a:ext cx="2488162" cy="1038006"/>
          </a:xfrm>
          <a:prstGeom prst="rect">
            <a:avLst/>
          </a:prstGeom>
        </p:spPr>
      </p:pic>
      <p:pic>
        <p:nvPicPr>
          <p:cNvPr id="8" name="Picture 7" descr="A screenshot of a computer&#10;&#10;Description automatically generated with low confidence">
            <a:extLst>
              <a:ext uri="{FF2B5EF4-FFF2-40B4-BE49-F238E27FC236}">
                <a16:creationId xmlns:a16="http://schemas.microsoft.com/office/drawing/2014/main" id="{ED70F0A0-CEE6-0F0E-B020-B0F7FE3473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1386" y="1693957"/>
            <a:ext cx="3548614" cy="4248635"/>
          </a:xfrm>
          <a:prstGeom prst="rect">
            <a:avLst/>
          </a:prstGeom>
        </p:spPr>
      </p:pic>
      <p:pic>
        <p:nvPicPr>
          <p:cNvPr id="10" name="Picture 9" descr="A screenshot of a chat&#10;&#10;Description automatically generated">
            <a:extLst>
              <a:ext uri="{FF2B5EF4-FFF2-40B4-BE49-F238E27FC236}">
                <a16:creationId xmlns:a16="http://schemas.microsoft.com/office/drawing/2014/main" id="{76DA3CCF-9D81-1C6A-237B-95C6B24BAB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9962" y="1347722"/>
            <a:ext cx="7335274" cy="4896533"/>
          </a:xfrm>
          <a:prstGeom prst="rect">
            <a:avLst/>
          </a:prstGeom>
        </p:spPr>
      </p:pic>
    </p:spTree>
    <p:extLst>
      <p:ext uri="{BB962C8B-B14F-4D97-AF65-F5344CB8AC3E}">
        <p14:creationId xmlns:p14="http://schemas.microsoft.com/office/powerpoint/2010/main" val="527980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ußzeilenplatzhalter 4"/>
          <p:cNvSpPr>
            <a:spLocks noGrp="1"/>
          </p:cNvSpPr>
          <p:nvPr>
            <p:ph type="ftr" sz="quarter" idx="3"/>
          </p:nvPr>
        </p:nvSpPr>
        <p:spPr>
          <a:xfrm>
            <a:off x="390970" y="6448153"/>
            <a:ext cx="7607700" cy="365125"/>
          </a:xfrm>
          <a:prstGeom prst="rect">
            <a:avLst/>
          </a:prstGeom>
        </p:spPr>
        <p:txBody>
          <a:bodyPr lIns="91440" tIns="45720" rIns="91440" bIns="45720" anchor="t"/>
          <a:lstStyle>
            <a:lvl1pPr>
              <a:defRPr sz="800">
                <a:solidFill>
                  <a:schemeClr val="bg1"/>
                </a:solidFill>
              </a:defRPr>
            </a:lvl1pPr>
          </a:lstStyle>
          <a:p>
            <a:r>
              <a:rPr lang="de-DE" dirty="0">
                <a:latin typeface="Tahoma"/>
                <a:ea typeface="Tahoma"/>
                <a:cs typeface="Tahoma"/>
              </a:rPr>
              <a:t>Tobias Madaj, Al Shah Aziz</a:t>
            </a:r>
            <a:endParaRPr lang="de-DE" dirty="0">
              <a:cs typeface="Tahoma"/>
            </a:endParaRPr>
          </a:p>
        </p:txBody>
      </p:sp>
      <p:sp>
        <p:nvSpPr>
          <p:cNvPr id="5" name="Datumsplatzhalter 4"/>
          <p:cNvSpPr>
            <a:spLocks noGrp="1"/>
          </p:cNvSpPr>
          <p:nvPr>
            <p:ph type="dt" sz="half" idx="2"/>
          </p:nvPr>
        </p:nvSpPr>
        <p:spPr/>
        <p:txBody>
          <a:bodyPr/>
          <a:lstStyle/>
          <a:p>
            <a:r>
              <a:rPr lang="de-DE"/>
              <a:t>21.02.2014</a:t>
            </a:r>
          </a:p>
        </p:txBody>
      </p:sp>
      <p:sp>
        <p:nvSpPr>
          <p:cNvPr id="3" name="Textfeld 2">
            <a:extLst>
              <a:ext uri="{FF2B5EF4-FFF2-40B4-BE49-F238E27FC236}">
                <a16:creationId xmlns:a16="http://schemas.microsoft.com/office/drawing/2014/main" id="{BF11EE28-2C55-29A4-DCF7-B936A4682480}"/>
              </a:ext>
            </a:extLst>
          </p:cNvPr>
          <p:cNvSpPr txBox="1"/>
          <p:nvPr/>
        </p:nvSpPr>
        <p:spPr>
          <a:xfrm>
            <a:off x="7033049" y="1294263"/>
            <a:ext cx="4853706" cy="2308324"/>
          </a:xfrm>
          <a:prstGeom prst="rect">
            <a:avLst/>
          </a:prstGeom>
          <a:noFill/>
        </p:spPr>
        <p:txBody>
          <a:bodyPr wrap="square" lIns="91440" tIns="45720" rIns="91440" bIns="45720" rtlCol="0" anchor="t">
            <a:spAutoFit/>
          </a:bodyPr>
          <a:lstStyle/>
          <a:p>
            <a:endParaRPr lang="en-DE"/>
          </a:p>
          <a:p>
            <a:endParaRPr lang="en-DE"/>
          </a:p>
          <a:p>
            <a:endParaRPr lang="en-DE"/>
          </a:p>
          <a:p>
            <a:endParaRPr lang="en-DE"/>
          </a:p>
          <a:p>
            <a:endParaRPr lang="en-DE"/>
          </a:p>
          <a:p>
            <a:endParaRPr lang="en-DE"/>
          </a:p>
        </p:txBody>
      </p:sp>
      <p:sp>
        <p:nvSpPr>
          <p:cNvPr id="2" name="Textfeld 1">
            <a:extLst>
              <a:ext uri="{FF2B5EF4-FFF2-40B4-BE49-F238E27FC236}">
                <a16:creationId xmlns:a16="http://schemas.microsoft.com/office/drawing/2014/main" id="{478B4BF6-3888-77C2-B359-245F0FD30A42}"/>
              </a:ext>
            </a:extLst>
          </p:cNvPr>
          <p:cNvSpPr txBox="1"/>
          <p:nvPr/>
        </p:nvSpPr>
        <p:spPr>
          <a:xfrm>
            <a:off x="1067724" y="438761"/>
            <a:ext cx="7250545" cy="523220"/>
          </a:xfrm>
          <a:prstGeom prst="rect">
            <a:avLst/>
          </a:prstGeom>
          <a:noFill/>
        </p:spPr>
        <p:txBody>
          <a:bodyPr wrap="square" rtlCol="0">
            <a:spAutoFit/>
          </a:bodyPr>
          <a:lstStyle/>
          <a:p>
            <a:r>
              <a:rPr lang="en-DE" sz="2800" b="1" dirty="0">
                <a:latin typeface="Calibri (Textkörper)"/>
              </a:rPr>
              <a:t>5. </a:t>
            </a:r>
            <a:r>
              <a:rPr lang="en-DE" sz="2800" b="1" dirty="0" err="1">
                <a:latin typeface="Calibri (Textkörper)"/>
              </a:rPr>
              <a:t>Literaturverzeichnis</a:t>
            </a:r>
            <a:endParaRPr lang="en-DE" sz="2800" b="1" dirty="0">
              <a:latin typeface="Calibri (Textkörper)"/>
            </a:endParaRPr>
          </a:p>
        </p:txBody>
      </p:sp>
      <p:pic>
        <p:nvPicPr>
          <p:cNvPr id="4" name="Grafik 3" descr="Ein Bild, das Schrift, Grafiken, Logo, Grafikdesign enthält.&#10;&#10;Automatisch generierte Beschreibung">
            <a:extLst>
              <a:ext uri="{FF2B5EF4-FFF2-40B4-BE49-F238E27FC236}">
                <a16:creationId xmlns:a16="http://schemas.microsoft.com/office/drawing/2014/main" id="{BC27A31B-37A9-9C59-2337-7351F0C1C8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3137" y="309716"/>
            <a:ext cx="2488162" cy="1038006"/>
          </a:xfrm>
          <a:prstGeom prst="rect">
            <a:avLst/>
          </a:prstGeom>
        </p:spPr>
      </p:pic>
      <p:sp>
        <p:nvSpPr>
          <p:cNvPr id="7" name="TextBox 6">
            <a:extLst>
              <a:ext uri="{FF2B5EF4-FFF2-40B4-BE49-F238E27FC236}">
                <a16:creationId xmlns:a16="http://schemas.microsoft.com/office/drawing/2014/main" id="{A7C4E91F-B7BB-2528-4536-9FFF82E554B8}"/>
              </a:ext>
            </a:extLst>
          </p:cNvPr>
          <p:cNvSpPr txBox="1"/>
          <p:nvPr/>
        </p:nvSpPr>
        <p:spPr>
          <a:xfrm>
            <a:off x="861272" y="1435608"/>
            <a:ext cx="8595360" cy="2308324"/>
          </a:xfrm>
          <a:prstGeom prst="rect">
            <a:avLst/>
          </a:prstGeom>
          <a:noFill/>
        </p:spPr>
        <p:txBody>
          <a:bodyPr wrap="square" rtlCol="0">
            <a:spAutoFit/>
          </a:bodyPr>
          <a:lstStyle/>
          <a:p>
            <a:r>
              <a:rPr lang="de-DE" dirty="0">
                <a:hlinkClick r:id="rId4"/>
              </a:rPr>
              <a:t>https://de.wikipedia.org/wiki/Model_View_Controller</a:t>
            </a:r>
            <a:endParaRPr lang="en-DE" dirty="0"/>
          </a:p>
          <a:p>
            <a:r>
              <a:rPr lang="de-DE" u="sng" dirty="0">
                <a:hlinkClick r:id="rId5"/>
              </a:rPr>
              <a:t>https://de.wikipedia.org/wiki/Socket_(Software)</a:t>
            </a:r>
            <a:endParaRPr lang="en-DE" u="sng" dirty="0"/>
          </a:p>
          <a:p>
            <a:r>
              <a:rPr lang="de-DE" u="sng" dirty="0">
                <a:hlinkClick r:id="rId6"/>
              </a:rPr>
              <a:t>https://de.wikibooks.org/wiki/Java_Standard:_Socket_und_ServerSocket_(java.net)</a:t>
            </a:r>
            <a:endParaRPr lang="en-DE" u="sng" dirty="0"/>
          </a:p>
          <a:p>
            <a:r>
              <a:rPr lang="de-DE" u="sng" dirty="0"/>
              <a:t>"https://de.wikibooks.org/wiki/Java_Standard:_Netzwerkprogrammierung"</a:t>
            </a:r>
            <a:endParaRPr lang="en-DE" u="sng" dirty="0"/>
          </a:p>
        </p:txBody>
      </p:sp>
    </p:spTree>
    <p:extLst>
      <p:ext uri="{BB962C8B-B14F-4D97-AF65-F5344CB8AC3E}">
        <p14:creationId xmlns:p14="http://schemas.microsoft.com/office/powerpoint/2010/main" val="1269596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ußzeilenplatzhalter 4"/>
          <p:cNvSpPr>
            <a:spLocks noGrp="1"/>
          </p:cNvSpPr>
          <p:nvPr>
            <p:ph type="ftr" sz="quarter" idx="3"/>
          </p:nvPr>
        </p:nvSpPr>
        <p:spPr>
          <a:xfrm>
            <a:off x="390970" y="6448153"/>
            <a:ext cx="7607700" cy="365125"/>
          </a:xfrm>
          <a:prstGeom prst="rect">
            <a:avLst/>
          </a:prstGeom>
        </p:spPr>
        <p:txBody>
          <a:bodyPr lIns="91440" tIns="45720" rIns="91440" bIns="45720" anchor="t"/>
          <a:lstStyle>
            <a:lvl1pPr>
              <a:defRPr sz="800">
                <a:solidFill>
                  <a:schemeClr val="bg1"/>
                </a:solidFill>
              </a:defRPr>
            </a:lvl1pPr>
          </a:lstStyle>
          <a:p>
            <a:r>
              <a:rPr lang="de-DE">
                <a:latin typeface="Tahoma"/>
                <a:ea typeface="Tahoma"/>
                <a:cs typeface="Tahoma"/>
              </a:rPr>
              <a:t>Tobias </a:t>
            </a:r>
            <a:r>
              <a:rPr lang="de-DE" err="1">
                <a:latin typeface="Tahoma"/>
                <a:ea typeface="Tahoma"/>
                <a:cs typeface="Tahoma"/>
              </a:rPr>
              <a:t>Madaj</a:t>
            </a:r>
            <a:r>
              <a:rPr lang="de-DE">
                <a:latin typeface="Tahoma"/>
                <a:ea typeface="Tahoma"/>
                <a:cs typeface="Tahoma"/>
              </a:rPr>
              <a:t>, Al Shah Aziz, Darwin </a:t>
            </a:r>
            <a:r>
              <a:rPr lang="de-DE" err="1">
                <a:latin typeface="Tahoma"/>
                <a:ea typeface="Tahoma"/>
                <a:cs typeface="Tahoma"/>
              </a:rPr>
              <a:t>Hutama</a:t>
            </a:r>
            <a:r>
              <a:rPr lang="de-DE">
                <a:latin typeface="Tahoma"/>
                <a:ea typeface="Tahoma"/>
                <a:cs typeface="Tahoma"/>
              </a:rPr>
              <a:t> </a:t>
            </a:r>
            <a:r>
              <a:rPr lang="de-DE" err="1">
                <a:latin typeface="Tahoma"/>
                <a:ea typeface="Tahoma"/>
                <a:cs typeface="Tahoma"/>
              </a:rPr>
              <a:t>Manggala</a:t>
            </a:r>
            <a:r>
              <a:rPr lang="de-DE">
                <a:latin typeface="Tahoma"/>
                <a:ea typeface="Tahoma"/>
                <a:cs typeface="Tahoma"/>
              </a:rPr>
              <a:t> </a:t>
            </a:r>
            <a:r>
              <a:rPr lang="de-DE" err="1">
                <a:latin typeface="Tahoma"/>
                <a:ea typeface="Tahoma"/>
                <a:cs typeface="Tahoma"/>
              </a:rPr>
              <a:t>Putra</a:t>
            </a:r>
            <a:r>
              <a:rPr lang="de-DE">
                <a:latin typeface="Tahoma"/>
                <a:ea typeface="Tahoma"/>
                <a:cs typeface="Tahoma"/>
              </a:rPr>
              <a:t>, </a:t>
            </a:r>
            <a:r>
              <a:rPr lang="de-DE" err="1">
                <a:latin typeface="Tahoma"/>
                <a:ea typeface="Tahoma"/>
                <a:cs typeface="Tahoma"/>
              </a:rPr>
              <a:t>Rickiel</a:t>
            </a:r>
            <a:r>
              <a:rPr lang="de-DE">
                <a:latin typeface="Tahoma"/>
                <a:ea typeface="Tahoma"/>
                <a:cs typeface="Tahoma"/>
              </a:rPr>
              <a:t> </a:t>
            </a:r>
            <a:r>
              <a:rPr lang="de-DE" err="1">
                <a:latin typeface="Tahoma"/>
                <a:ea typeface="Tahoma"/>
                <a:cs typeface="Tahoma"/>
              </a:rPr>
              <a:t>Sympe</a:t>
            </a:r>
            <a:r>
              <a:rPr lang="de-DE">
                <a:latin typeface="Tahoma"/>
                <a:ea typeface="Tahoma"/>
                <a:cs typeface="Tahoma"/>
              </a:rPr>
              <a:t> </a:t>
            </a:r>
            <a:r>
              <a:rPr lang="de-DE" err="1">
                <a:latin typeface="Tahoma"/>
                <a:ea typeface="Tahoma"/>
                <a:cs typeface="Tahoma"/>
              </a:rPr>
              <a:t>Nguebong</a:t>
            </a:r>
          </a:p>
          <a:p>
            <a:endParaRPr lang="de-DE">
              <a:cs typeface="Tahoma"/>
            </a:endParaRPr>
          </a:p>
        </p:txBody>
      </p:sp>
      <p:sp>
        <p:nvSpPr>
          <p:cNvPr id="5" name="Datumsplatzhalter 4"/>
          <p:cNvSpPr>
            <a:spLocks noGrp="1"/>
          </p:cNvSpPr>
          <p:nvPr>
            <p:ph type="dt" sz="half" idx="2"/>
          </p:nvPr>
        </p:nvSpPr>
        <p:spPr/>
        <p:txBody>
          <a:bodyPr/>
          <a:lstStyle/>
          <a:p>
            <a:r>
              <a:rPr lang="de-DE"/>
              <a:t>21.02.2014</a:t>
            </a:r>
          </a:p>
        </p:txBody>
      </p:sp>
      <p:sp>
        <p:nvSpPr>
          <p:cNvPr id="9" name="TextBox 8">
            <a:extLst>
              <a:ext uri="{FF2B5EF4-FFF2-40B4-BE49-F238E27FC236}">
                <a16:creationId xmlns:a16="http://schemas.microsoft.com/office/drawing/2014/main" id="{3640D5E8-F2ED-B261-E6FE-EBB75210731F}"/>
              </a:ext>
            </a:extLst>
          </p:cNvPr>
          <p:cNvSpPr txBox="1"/>
          <p:nvPr/>
        </p:nvSpPr>
        <p:spPr>
          <a:xfrm>
            <a:off x="1270867" y="2644170"/>
            <a:ext cx="5847905"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DE" sz="4800" b="1" dirty="0" err="1">
                <a:latin typeface="Calibri (Textkörper)"/>
                <a:ea typeface="Tahoma"/>
                <a:cs typeface="Tahoma"/>
              </a:rPr>
              <a:t>Vielen</a:t>
            </a:r>
            <a:r>
              <a:rPr lang="en-DE" sz="4800" b="1" dirty="0">
                <a:latin typeface="Calibri (Textkörper)"/>
                <a:ea typeface="Tahoma"/>
                <a:cs typeface="Tahoma"/>
              </a:rPr>
              <a:t> dank für </a:t>
            </a:r>
            <a:r>
              <a:rPr lang="en-DE" sz="4800" b="1" dirty="0" err="1">
                <a:latin typeface="Calibri (Textkörper)"/>
                <a:ea typeface="Tahoma"/>
                <a:cs typeface="Tahoma"/>
              </a:rPr>
              <a:t>ihre</a:t>
            </a:r>
            <a:r>
              <a:rPr lang="en-DE" sz="4800" b="1" dirty="0">
                <a:latin typeface="Calibri (Textkörper)"/>
                <a:ea typeface="Tahoma"/>
                <a:cs typeface="Tahoma"/>
              </a:rPr>
              <a:t> </a:t>
            </a:r>
            <a:r>
              <a:rPr lang="en-DE" sz="4800" b="1" dirty="0" err="1">
                <a:latin typeface="Calibri (Textkörper)"/>
                <a:ea typeface="Tahoma"/>
                <a:cs typeface="Tahoma"/>
              </a:rPr>
              <a:t>Aufmerksamkeit</a:t>
            </a:r>
            <a:endParaRPr lang="en-US" sz="4800" b="1" dirty="0">
              <a:latin typeface="Calibri (Textkörper)"/>
              <a:ea typeface="Tahoma"/>
              <a:cs typeface="Tahoma"/>
            </a:endParaRPr>
          </a:p>
        </p:txBody>
      </p:sp>
      <p:sp>
        <p:nvSpPr>
          <p:cNvPr id="3" name="Textfeld 2">
            <a:extLst>
              <a:ext uri="{FF2B5EF4-FFF2-40B4-BE49-F238E27FC236}">
                <a16:creationId xmlns:a16="http://schemas.microsoft.com/office/drawing/2014/main" id="{BF11EE28-2C55-29A4-DCF7-B936A4682480}"/>
              </a:ext>
            </a:extLst>
          </p:cNvPr>
          <p:cNvSpPr txBox="1"/>
          <p:nvPr/>
        </p:nvSpPr>
        <p:spPr>
          <a:xfrm>
            <a:off x="7005617" y="1894656"/>
            <a:ext cx="4853706" cy="4408899"/>
          </a:xfrm>
          <a:prstGeom prst="rect">
            <a:avLst/>
          </a:prstGeom>
          <a:noFill/>
        </p:spPr>
        <p:txBody>
          <a:bodyPr wrap="square" lIns="91440" tIns="45720" rIns="91440" bIns="45720" rtlCol="0" anchor="t">
            <a:spAutoFit/>
          </a:bodyPr>
          <a:lstStyle/>
          <a:p>
            <a:r>
              <a:rPr lang="en-DE" sz="2800" dirty="0" err="1">
                <a:latin typeface="Calibri "/>
                <a:ea typeface="ＭＳ Ｐゴシック"/>
              </a:rPr>
              <a:t>Kontakte</a:t>
            </a:r>
            <a:endParaRPr lang="en-DE" sz="1050" dirty="0">
              <a:ea typeface="ＭＳ Ｐゴシック"/>
            </a:endParaRPr>
          </a:p>
          <a:p>
            <a:endParaRPr lang="en-DE" sz="1050" dirty="0"/>
          </a:p>
          <a:p>
            <a:r>
              <a:rPr lang="en-DE" sz="2000" b="1" dirty="0">
                <a:latin typeface="Calibri (Textkörper)"/>
                <a:ea typeface="ＭＳ Ｐゴシック"/>
              </a:rPr>
              <a:t>Tobias Madaj</a:t>
            </a:r>
          </a:p>
          <a:p>
            <a:r>
              <a:rPr lang="en-DE" u="sng" dirty="0">
                <a:latin typeface="Calibri (Textkörper)"/>
                <a:ea typeface="ＭＳ Ｐゴシック"/>
              </a:rPr>
              <a:t>tobiasm@th-bra</a:t>
            </a:r>
            <a:r>
              <a:rPr lang="en-US" u="sng" dirty="0">
                <a:latin typeface="Calibri (Textkörper)"/>
                <a:ea typeface="ＭＳ Ｐゴシック"/>
              </a:rPr>
              <a:t>nd</a:t>
            </a:r>
            <a:r>
              <a:rPr lang="en-DE" u="sng" dirty="0">
                <a:latin typeface="Calibri (Textkörper)"/>
                <a:ea typeface="ＭＳ Ｐゴシック"/>
              </a:rPr>
              <a:t>enburg.de</a:t>
            </a:r>
            <a:endParaRPr lang="en-US" u="sng" dirty="0">
              <a:latin typeface="Calibri (Textkörper)"/>
              <a:ea typeface="ＭＳ Ｐゴシック"/>
            </a:endParaRPr>
          </a:p>
          <a:p>
            <a:endParaRPr lang="en-DE" sz="1000" dirty="0">
              <a:latin typeface="Calibri (Textkörper)"/>
            </a:endParaRPr>
          </a:p>
          <a:p>
            <a:r>
              <a:rPr lang="de-DE" sz="2000" b="1" dirty="0">
                <a:latin typeface="Calibri (Textkörper)"/>
                <a:ea typeface="ＭＳ Ｐゴシック"/>
              </a:rPr>
              <a:t>A</a:t>
            </a:r>
            <a:r>
              <a:rPr lang="en-DE" sz="2000" b="1" dirty="0">
                <a:latin typeface="Calibri (Textkörper)"/>
                <a:ea typeface="ＭＳ Ｐゴシック"/>
              </a:rPr>
              <a:t>l</a:t>
            </a:r>
            <a:r>
              <a:rPr lang="de-DE" sz="2000" b="1" dirty="0">
                <a:latin typeface="Calibri (Textkörper)"/>
                <a:ea typeface="ＭＳ Ｐゴシック"/>
              </a:rPr>
              <a:t> Shah </a:t>
            </a:r>
            <a:r>
              <a:rPr lang="en-DE" sz="2000" b="1" dirty="0">
                <a:latin typeface="Calibri (Textkörper)"/>
                <a:ea typeface="ＭＳ Ｐゴシック"/>
              </a:rPr>
              <a:t>Aziz</a:t>
            </a:r>
          </a:p>
          <a:p>
            <a:r>
              <a:rPr lang="de-DE" dirty="0">
                <a:latin typeface="Calibri (Textkörper)"/>
                <a:ea typeface="ＭＳ Ｐゴシック"/>
                <a:hlinkClick r:id="rId3"/>
              </a:rPr>
              <a:t>aziz@th-brandenburg.de</a:t>
            </a:r>
            <a:endParaRPr lang="de-DE" dirty="0">
              <a:latin typeface="Calibri (Textkörper)"/>
              <a:ea typeface="ＭＳ Ｐゴシック"/>
            </a:endParaRPr>
          </a:p>
          <a:p>
            <a:endParaRPr lang="en-DE" dirty="0"/>
          </a:p>
          <a:p>
            <a:endParaRPr lang="en-DE" dirty="0"/>
          </a:p>
          <a:p>
            <a:endParaRPr lang="en-DE" dirty="0"/>
          </a:p>
          <a:p>
            <a:endParaRPr lang="en-DE" dirty="0"/>
          </a:p>
          <a:p>
            <a:endParaRPr lang="en-DE" dirty="0"/>
          </a:p>
          <a:p>
            <a:endParaRPr lang="en-DE" dirty="0"/>
          </a:p>
        </p:txBody>
      </p:sp>
      <p:pic>
        <p:nvPicPr>
          <p:cNvPr id="2" name="Grafik 1" descr="Ein Bild, das Schrift, Grafiken, Logo, Grafikdesign enthält.&#10;&#10;Automatisch generierte Beschreibung">
            <a:extLst>
              <a:ext uri="{FF2B5EF4-FFF2-40B4-BE49-F238E27FC236}">
                <a16:creationId xmlns:a16="http://schemas.microsoft.com/office/drawing/2014/main" id="{46F2E553-F864-3981-B402-058EC21B5A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63137" y="309716"/>
            <a:ext cx="2488162" cy="1038006"/>
          </a:xfrm>
          <a:prstGeom prst="rect">
            <a:avLst/>
          </a:prstGeom>
        </p:spPr>
      </p:pic>
    </p:spTree>
    <p:extLst>
      <p:ext uri="{BB962C8B-B14F-4D97-AF65-F5344CB8AC3E}">
        <p14:creationId xmlns:p14="http://schemas.microsoft.com/office/powerpoint/2010/main" val="1386355200"/>
      </p:ext>
    </p:extLst>
  </p:cSld>
  <p:clrMapOvr>
    <a:masterClrMapping/>
  </p:clrMapOvr>
</p:sld>
</file>

<file path=ppt/theme/theme1.xml><?xml version="1.0" encoding="utf-8"?>
<a:theme xmlns:a="http://schemas.openxmlformats.org/drawingml/2006/main" name="1_Leere Präsentation">
  <a:themeElements>
    <a:clrScheme name="FHB - blau FBI">
      <a:dk1>
        <a:srgbClr val="FFFFFF"/>
      </a:dk1>
      <a:lt1>
        <a:srgbClr val="000000"/>
      </a:lt1>
      <a:dk2>
        <a:srgbClr val="FFFFFF"/>
      </a:dk2>
      <a:lt2>
        <a:srgbClr val="CC0A2F"/>
      </a:lt2>
      <a:accent1>
        <a:srgbClr val="00BAE5"/>
      </a:accent1>
      <a:accent2>
        <a:srgbClr val="66D6EF"/>
      </a:accent2>
      <a:accent3>
        <a:srgbClr val="99E3F5"/>
      </a:accent3>
      <a:accent4>
        <a:srgbClr val="CCF1FA"/>
      </a:accent4>
      <a:accent5>
        <a:srgbClr val="FFFFFF"/>
      </a:accent5>
      <a:accent6>
        <a:srgbClr val="00BAE5"/>
      </a:accent6>
      <a:hlink>
        <a:srgbClr val="000000"/>
      </a:hlink>
      <a:folHlink>
        <a:srgbClr val="000000"/>
      </a:folHlink>
    </a:clrScheme>
    <a:fontScheme name="Leere Präsentation">
      <a:majorFont>
        <a:latin typeface="Tahoma Bold"/>
        <a:ea typeface="ＭＳ Ｐゴシック"/>
        <a:cs typeface=""/>
      </a:majorFont>
      <a:minorFont>
        <a:latin typeface="Tahoma"/>
        <a:ea typeface="ＭＳ Ｐゴシック"/>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smtClean="0">
            <a:ln>
              <a:noFill/>
            </a:ln>
            <a:solidFill>
              <a:schemeClr val="tx1"/>
            </a:solidFill>
            <a:effectLst/>
            <a:latin typeface="Tahoma" charset="0"/>
            <a:ea typeface="ＭＳ Ｐゴシック"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smtClean="0">
            <a:ln>
              <a:noFill/>
            </a:ln>
            <a:solidFill>
              <a:schemeClr val="tx1"/>
            </a:solidFill>
            <a:effectLst/>
            <a:latin typeface="Tahoma" charset="0"/>
            <a:ea typeface="ＭＳ Ｐゴシック" charset="-128"/>
          </a:defRPr>
        </a:defPPr>
      </a:lstStyle>
    </a:lnDef>
  </a:objectDefaults>
  <a:extraClrSchemeLst>
    <a:extraClrScheme>
      <a:clrScheme name="Leere Prä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Leere Prä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Leere Prä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Leere Prä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Leere Prä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Leere Prä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Leere Prä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Leere Prä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Leere Prä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Leere Prä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Leere Prä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Leere Prä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aesentation_FHB_Master_16_9_ppt_v2013.pptx" id="{B7ABEE82-D9DC-4259-B1A1-B0399EFD8C5D}" vid="{4674C335-2BB2-4A6E-9D61-75D6AFA6CB35}"/>
    </a:ext>
  </a:extLst>
</a:theme>
</file>

<file path=ppt/theme/theme2.xml><?xml version="1.0" encoding="utf-8"?>
<a:theme xmlns:a="http://schemas.openxmlformats.org/drawingml/2006/main" name="2_Leere Präsentation">
  <a:themeElements>
    <a:clrScheme name="FHB - orange FBW">
      <a:dk1>
        <a:srgbClr val="FFFFFF"/>
      </a:dk1>
      <a:lt1>
        <a:srgbClr val="000000"/>
      </a:lt1>
      <a:dk2>
        <a:srgbClr val="FFFFFF"/>
      </a:dk2>
      <a:lt2>
        <a:srgbClr val="CC0A2F"/>
      </a:lt2>
      <a:accent1>
        <a:srgbClr val="F18400"/>
      </a:accent1>
      <a:accent2>
        <a:srgbClr val="F7B566"/>
      </a:accent2>
      <a:accent3>
        <a:srgbClr val="F9CE99"/>
      </a:accent3>
      <a:accent4>
        <a:srgbClr val="FCE6CC"/>
      </a:accent4>
      <a:accent5>
        <a:srgbClr val="FFFFFF"/>
      </a:accent5>
      <a:accent6>
        <a:srgbClr val="F18400"/>
      </a:accent6>
      <a:hlink>
        <a:srgbClr val="000000"/>
      </a:hlink>
      <a:folHlink>
        <a:srgbClr val="000000"/>
      </a:folHlink>
    </a:clrScheme>
    <a:fontScheme name="Leere Präsentation">
      <a:majorFont>
        <a:latin typeface="Tahoma Bold"/>
        <a:ea typeface="ＭＳ Ｐゴシック"/>
        <a:cs typeface=""/>
      </a:majorFont>
      <a:minorFont>
        <a:latin typeface="Tahoma"/>
        <a:ea typeface="ＭＳ Ｐゴシック"/>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smtClean="0">
            <a:ln>
              <a:noFill/>
            </a:ln>
            <a:solidFill>
              <a:schemeClr val="tx1"/>
            </a:solidFill>
            <a:effectLst/>
            <a:latin typeface="Tahoma" charset="0"/>
            <a:ea typeface="ＭＳ Ｐゴシック"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smtClean="0">
            <a:ln>
              <a:noFill/>
            </a:ln>
            <a:solidFill>
              <a:schemeClr val="tx1"/>
            </a:solidFill>
            <a:effectLst/>
            <a:latin typeface="Tahoma" charset="0"/>
            <a:ea typeface="ＭＳ Ｐゴシック" charset="-128"/>
          </a:defRPr>
        </a:defPPr>
      </a:lstStyle>
    </a:lnDef>
  </a:objectDefaults>
  <a:extraClrSchemeLst>
    <a:extraClrScheme>
      <a:clrScheme name="Leere Prä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Leere Prä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Leere Prä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Leere Prä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Leere Prä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Leere Prä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Leere Prä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Leere Prä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Leere Prä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Leere Prä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Leere Prä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Leere Prä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aesentation_FHB_Master_16_9_ppt_v2013.pptx" id="{B7ABEE82-D9DC-4259-B1A1-B0399EFD8C5D}" vid="{ED7BC677-033D-4EAA-BBE3-4E2A4D2B78FB}"/>
    </a:ext>
  </a:extLst>
</a:theme>
</file>

<file path=ppt/theme/theme3.xml><?xml version="1.0" encoding="utf-8"?>
<a:theme xmlns:a="http://schemas.openxmlformats.org/drawingml/2006/main" name="3_Leere Präsentation">
  <a:themeElements>
    <a:clrScheme name="FHB - grün FBT">
      <a:dk1>
        <a:srgbClr val="FFFFFF"/>
      </a:dk1>
      <a:lt1>
        <a:srgbClr val="000000"/>
      </a:lt1>
      <a:dk2>
        <a:srgbClr val="FFFFFF"/>
      </a:dk2>
      <a:lt2>
        <a:srgbClr val="CC0A2F"/>
      </a:lt2>
      <a:accent1>
        <a:srgbClr val="83BB20"/>
      </a:accent1>
      <a:accent2>
        <a:srgbClr val="B5D679"/>
      </a:accent2>
      <a:accent3>
        <a:srgbClr val="CDE4A6"/>
      </a:accent3>
      <a:accent4>
        <a:srgbClr val="E6F1D2"/>
      </a:accent4>
      <a:accent5>
        <a:srgbClr val="FFFFFF"/>
      </a:accent5>
      <a:accent6>
        <a:srgbClr val="FFFFFF"/>
      </a:accent6>
      <a:hlink>
        <a:srgbClr val="83BB20"/>
      </a:hlink>
      <a:folHlink>
        <a:srgbClr val="83BB20"/>
      </a:folHlink>
    </a:clrScheme>
    <a:fontScheme name="Leere Präsentation">
      <a:majorFont>
        <a:latin typeface="Tahoma Bold"/>
        <a:ea typeface="ＭＳ Ｐゴシック"/>
        <a:cs typeface=""/>
      </a:majorFont>
      <a:minorFont>
        <a:latin typeface="Tahoma"/>
        <a:ea typeface="ＭＳ Ｐゴシック"/>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smtClean="0">
            <a:ln>
              <a:noFill/>
            </a:ln>
            <a:solidFill>
              <a:schemeClr val="tx1"/>
            </a:solidFill>
            <a:effectLst/>
            <a:latin typeface="Tahoma" charset="0"/>
            <a:ea typeface="ＭＳ Ｐゴシック"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smtClean="0">
            <a:ln>
              <a:noFill/>
            </a:ln>
            <a:solidFill>
              <a:schemeClr val="tx1"/>
            </a:solidFill>
            <a:effectLst/>
            <a:latin typeface="Tahoma" charset="0"/>
            <a:ea typeface="ＭＳ Ｐゴシック" charset="-128"/>
          </a:defRPr>
        </a:defPPr>
      </a:lstStyle>
    </a:lnDef>
  </a:objectDefaults>
  <a:extraClrSchemeLst>
    <a:extraClrScheme>
      <a:clrScheme name="Leere Prä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Leere Prä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Leere Prä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Leere Prä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Leere Prä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Leere Prä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Leere Prä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Leere Prä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Leere Prä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Leere Prä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Leere Prä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Leere Prä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aesentation_FHB_Master_16_9_ppt_v2013.pptx" id="{B7ABEE82-D9DC-4259-B1A1-B0399EFD8C5D}" vid="{2DE8FDC8-89CF-4FB5-A72B-EE443D125006}"/>
    </a:ext>
  </a:extLst>
</a:theme>
</file>

<file path=ppt/theme/theme4.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a786da9b-542e-42a1-b426-2293d228261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0F26607264734144BC92940CBD5B5B21" ma:contentTypeVersion="3" ma:contentTypeDescription="Ein neues Dokument erstellen." ma:contentTypeScope="" ma:versionID="8a7aeec9f67fd3f54afdea619bbe5698">
  <xsd:schema xmlns:xsd="http://www.w3.org/2001/XMLSchema" xmlns:xs="http://www.w3.org/2001/XMLSchema" xmlns:p="http://schemas.microsoft.com/office/2006/metadata/properties" xmlns:ns3="a786da9b-542e-42a1-b426-2293d2282613" targetNamespace="http://schemas.microsoft.com/office/2006/metadata/properties" ma:root="true" ma:fieldsID="72d50c767361a9b2e5079ef3b60e44d2" ns3:_="">
    <xsd:import namespace="a786da9b-542e-42a1-b426-2293d2282613"/>
    <xsd:element name="properties">
      <xsd:complexType>
        <xsd:sequence>
          <xsd:element name="documentManagement">
            <xsd:complexType>
              <xsd:all>
                <xsd:element ref="ns3:MediaServiceMetadata" minOccurs="0"/>
                <xsd:element ref="ns3:MediaServiceFastMetadata"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86da9b-542e-42a1-b426-2293d228261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6A70EB-7424-4299-A45D-F626AE1DF6E2}">
  <ds:schemaRefs>
    <ds:schemaRef ds:uri="http://www.w3.org/XML/1998/namespace"/>
    <ds:schemaRef ds:uri="a786da9b-542e-42a1-b426-2293d2282613"/>
    <ds:schemaRef ds:uri="http://purl.org/dc/dcmitype/"/>
    <ds:schemaRef ds:uri="http://schemas.openxmlformats.org/package/2006/metadata/core-properties"/>
    <ds:schemaRef ds:uri="http://purl.org/dc/terms/"/>
    <ds:schemaRef ds:uri="http://purl.org/dc/elements/1.1/"/>
    <ds:schemaRef ds:uri="http://schemas.microsoft.com/office/2006/documentManagement/types"/>
    <ds:schemaRef ds:uri="http://schemas.microsoft.com/office/infopath/2007/PartnerControls"/>
    <ds:schemaRef ds:uri="http://schemas.microsoft.com/office/2006/metadata/properties"/>
  </ds:schemaRefs>
</ds:datastoreItem>
</file>

<file path=customXml/itemProps2.xml><?xml version="1.0" encoding="utf-8"?>
<ds:datastoreItem xmlns:ds="http://schemas.openxmlformats.org/officeDocument/2006/customXml" ds:itemID="{F926010F-062D-4479-A83B-63253C39195A}">
  <ds:schemaRefs>
    <ds:schemaRef ds:uri="http://schemas.microsoft.com/sharepoint/v3/contenttype/forms"/>
  </ds:schemaRefs>
</ds:datastoreItem>
</file>

<file path=customXml/itemProps3.xml><?xml version="1.0" encoding="utf-8"?>
<ds:datastoreItem xmlns:ds="http://schemas.openxmlformats.org/officeDocument/2006/customXml" ds:itemID="{2E42764C-A193-4F6F-8EFA-2D7EB0F3CF71}">
  <ds:schemaRefs>
    <ds:schemaRef ds:uri="a786da9b-542e-42a1-b426-2293d228261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407</TotalTime>
  <Words>532</Words>
  <Application>Microsoft Office PowerPoint</Application>
  <PresentationFormat>Widescreen</PresentationFormat>
  <Paragraphs>85</Paragraphs>
  <Slides>10</Slides>
  <Notes>4</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10</vt:i4>
      </vt:variant>
    </vt:vector>
  </HeadingPairs>
  <TitlesOfParts>
    <vt:vector size="20" baseType="lpstr">
      <vt:lpstr>Arial</vt:lpstr>
      <vt:lpstr>Calibri </vt:lpstr>
      <vt:lpstr>Calibri (Textkörper)</vt:lpstr>
      <vt:lpstr>Tahoma</vt:lpstr>
      <vt:lpstr>Tahoma Bold</vt:lpstr>
      <vt:lpstr>Times</vt:lpstr>
      <vt:lpstr>Wingdings</vt:lpstr>
      <vt:lpstr>1_Leere Präsentation</vt:lpstr>
      <vt:lpstr>2_Leere Präsentation</vt:lpstr>
      <vt:lpstr>3_Leere Präsentation</vt:lpstr>
      <vt:lpstr>PowerPoint Presentation</vt:lpstr>
      <vt:lpstr>Inhaltsverzeichnis  </vt:lpstr>
      <vt:lpstr>1. Einführung in das Projekt</vt:lpstr>
      <vt:lpstr>2. Anforderungsanalyse</vt:lpstr>
      <vt:lpstr>3. Netzwerkprogrammierung und Java </vt:lpstr>
      <vt:lpstr>4. Erläuterung von Sockets </vt:lpstr>
      <vt:lpstr>4. Erläuterung von Sockets </vt:lpstr>
      <vt:lpstr>4. Live-Präsentation unserer Anwendung</vt:lpstr>
      <vt:lpstr>PowerPoint Presentation</vt:lpstr>
      <vt:lpstr>PowerPoint Presentation</vt:lpstr>
    </vt:vector>
  </TitlesOfParts>
  <Company>Alex Industries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Manual zur Powerpointvorlage</dc:title>
  <dc:creator>Alex</dc:creator>
  <cp:lastModifiedBy>Tobias Madaj</cp:lastModifiedBy>
  <cp:revision>48</cp:revision>
  <dcterms:created xsi:type="dcterms:W3CDTF">2016-02-20T19:02:43Z</dcterms:created>
  <dcterms:modified xsi:type="dcterms:W3CDTF">2023-06-25T15:29:48Z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0x0101000F26607264734144BC92940CBD5B5B21</vt:lpwstr>
  </property>
</Properties>
</file>